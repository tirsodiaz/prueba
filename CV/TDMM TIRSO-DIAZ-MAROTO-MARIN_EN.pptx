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8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30FF3333-7EEF-4C0A-A99B-86F76F198A53}" type="presOf" srcId="{8BBD982B-F274-4BA3-8F19-028AA15117A4}" destId="{83BF0D0E-CEE2-4D71-A59A-24428141268C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/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4" custLinFactNeighborX="-1718" custLinFactNeighborY="664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D3AE632-B6A6-4621-8CE2-2BF7528A454A}" type="presOf" srcId="{E731978B-F94B-47D7-AFDE-5668EE8523C9}" destId="{D3FAEA15-74EA-44F0-B324-8062485B62BB}" srcOrd="0" destOrd="0" presId="urn:microsoft.com/office/officeart/2005/8/layout/chevron1"/>
    <dgm:cxn modelId="{B4023F34-1758-4145-893F-044E6D16D52E}" srcId="{8BBD982B-F274-4BA3-8F19-028AA15117A4}" destId="{25761703-EE26-4CA8-B049-3F157889CE06}" srcOrd="2" destOrd="0" parTransId="{5EE1D751-E7E3-4E30-AC49-4C8227478F52}" sibTransId="{B74F6A51-714F-4AA7-B42B-E7F20847B954}"/>
    <dgm:cxn modelId="{2DC82537-E9D1-4FF0-9FBD-47E332890781}" type="presOf" srcId="{8BBD982B-F274-4BA3-8F19-028AA15117A4}" destId="{83BF0D0E-CEE2-4D71-A59A-24428141268C}" srcOrd="0" destOrd="0" presId="urn:microsoft.com/office/officeart/2005/8/layout/chevron1"/>
    <dgm:cxn modelId="{6F7AC44D-BD22-409D-9694-72698EECD507}" type="presOf" srcId="{964A18CD-1B5D-4A7E-B182-2927E17348E0}" destId="{43FF70E3-3B35-4DF9-A907-606680DFC178}" srcOrd="0" destOrd="0" presId="urn:microsoft.com/office/officeart/2005/8/layout/chevron1"/>
    <dgm:cxn modelId="{114EF855-90FD-41C3-9E4B-40A950A1AE09}" type="presOf" srcId="{7BF07599-40A3-43F8-B74C-B9C9D197B9C8}" destId="{372AB35D-7F85-4F08-9397-AA61FB00442A}" srcOrd="0" destOrd="0" presId="urn:microsoft.com/office/officeart/2005/8/layout/chevron1"/>
    <dgm:cxn modelId="{795B04A3-AE51-4635-B732-B543A1F112B0}" type="presOf" srcId="{25761703-EE26-4CA8-B049-3F157889CE06}" destId="{40E75915-E9B1-4ABD-839B-3CFD5E25D23D}" srcOrd="0" destOrd="0" presId="urn:microsoft.com/office/officeart/2005/8/layout/chevron1"/>
    <dgm:cxn modelId="{4F7CA4AE-94FE-4378-A583-281ED01F3A26}" srcId="{8BBD982B-F274-4BA3-8F19-028AA15117A4}" destId="{E731978B-F94B-47D7-AFDE-5668EE8523C9}" srcOrd="3" destOrd="0" parTransId="{347D0D83-196D-4ACE-95D8-CD164212347B}" sibTransId="{EE1B103E-6B40-4F05-8FE6-0D6F6D6931A3}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1" destOrd="0" parTransId="{90C13AAE-4246-46D9-9B6E-D27D7FCA92D1}" sibTransId="{63F601AF-EA35-4E0A-A9D9-C60ACFB6BC55}"/>
    <dgm:cxn modelId="{2B7CE074-24B7-4A8C-A857-FF9B4E59B191}" type="presParOf" srcId="{83BF0D0E-CEE2-4D71-A59A-24428141268C}" destId="{372AB35D-7F85-4F08-9397-AA61FB00442A}" srcOrd="0" destOrd="0" presId="urn:microsoft.com/office/officeart/2005/8/layout/chevron1"/>
    <dgm:cxn modelId="{C2D37729-BC8B-4C95-95F2-53B3E137396C}" type="presParOf" srcId="{83BF0D0E-CEE2-4D71-A59A-24428141268C}" destId="{1F777585-BE73-4FF0-B2F3-AF881F23F55D}" srcOrd="1" destOrd="0" presId="urn:microsoft.com/office/officeart/2005/8/layout/chevron1"/>
    <dgm:cxn modelId="{935219A2-AB19-4AB9-9F9C-D76BEFE63A6D}" type="presParOf" srcId="{83BF0D0E-CEE2-4D71-A59A-24428141268C}" destId="{43FF70E3-3B35-4DF9-A907-606680DFC178}" srcOrd="2" destOrd="0" presId="urn:microsoft.com/office/officeart/2005/8/layout/chevron1"/>
    <dgm:cxn modelId="{79F21B6A-CA02-4E64-9294-F34562F1811C}" type="presParOf" srcId="{83BF0D0E-CEE2-4D71-A59A-24428141268C}" destId="{9A80ACDF-AC15-4B39-99F9-7A6A02E1B5CD}" srcOrd="3" destOrd="0" presId="urn:microsoft.com/office/officeart/2005/8/layout/chevron1"/>
    <dgm:cxn modelId="{2A650AEE-9511-4757-8653-2E64012F3E80}" type="presParOf" srcId="{83BF0D0E-CEE2-4D71-A59A-24428141268C}" destId="{40E75915-E9B1-4ABD-839B-3CFD5E25D23D}" srcOrd="4" destOrd="0" presId="urn:microsoft.com/office/officeart/2005/8/layout/chevron1"/>
    <dgm:cxn modelId="{ACBBFA2B-5044-42D6-A84F-466B98A40338}" type="presParOf" srcId="{83BF0D0E-CEE2-4D71-A59A-24428141268C}" destId="{3AD7AFE4-5A8A-4232-8024-F2443FC198F5}" srcOrd="5" destOrd="0" presId="urn:microsoft.com/office/officeart/2005/8/layout/chevron1"/>
    <dgm:cxn modelId="{D78649FD-15D3-4376-A1AA-AD0C5771590C}" type="presParOf" srcId="{83BF0D0E-CEE2-4D71-A59A-24428141268C}" destId="{D3FAEA15-74EA-44F0-B324-8062485B62B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4" custLinFactNeighborX="-1718" custLinFactNeighborY="664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D3AE632-B6A6-4621-8CE2-2BF7528A454A}" type="presOf" srcId="{E731978B-F94B-47D7-AFDE-5668EE8523C9}" destId="{D3FAEA15-74EA-44F0-B324-8062485B62BB}" srcOrd="0" destOrd="0" presId="urn:microsoft.com/office/officeart/2005/8/layout/chevron1"/>
    <dgm:cxn modelId="{B4023F34-1758-4145-893F-044E6D16D52E}" srcId="{8BBD982B-F274-4BA3-8F19-028AA15117A4}" destId="{25761703-EE26-4CA8-B049-3F157889CE06}" srcOrd="2" destOrd="0" parTransId="{5EE1D751-E7E3-4E30-AC49-4C8227478F52}" sibTransId="{B74F6A51-714F-4AA7-B42B-E7F20847B954}"/>
    <dgm:cxn modelId="{2DC82537-E9D1-4FF0-9FBD-47E332890781}" type="presOf" srcId="{8BBD982B-F274-4BA3-8F19-028AA15117A4}" destId="{83BF0D0E-CEE2-4D71-A59A-24428141268C}" srcOrd="0" destOrd="0" presId="urn:microsoft.com/office/officeart/2005/8/layout/chevron1"/>
    <dgm:cxn modelId="{6F7AC44D-BD22-409D-9694-72698EECD507}" type="presOf" srcId="{964A18CD-1B5D-4A7E-B182-2927E17348E0}" destId="{43FF70E3-3B35-4DF9-A907-606680DFC178}" srcOrd="0" destOrd="0" presId="urn:microsoft.com/office/officeart/2005/8/layout/chevron1"/>
    <dgm:cxn modelId="{114EF855-90FD-41C3-9E4B-40A950A1AE09}" type="presOf" srcId="{7BF07599-40A3-43F8-B74C-B9C9D197B9C8}" destId="{372AB35D-7F85-4F08-9397-AA61FB00442A}" srcOrd="0" destOrd="0" presId="urn:microsoft.com/office/officeart/2005/8/layout/chevron1"/>
    <dgm:cxn modelId="{795B04A3-AE51-4635-B732-B543A1F112B0}" type="presOf" srcId="{25761703-EE26-4CA8-B049-3F157889CE06}" destId="{40E75915-E9B1-4ABD-839B-3CFD5E25D23D}" srcOrd="0" destOrd="0" presId="urn:microsoft.com/office/officeart/2005/8/layout/chevron1"/>
    <dgm:cxn modelId="{4F7CA4AE-94FE-4378-A583-281ED01F3A26}" srcId="{8BBD982B-F274-4BA3-8F19-028AA15117A4}" destId="{E731978B-F94B-47D7-AFDE-5668EE8523C9}" srcOrd="3" destOrd="0" parTransId="{347D0D83-196D-4ACE-95D8-CD164212347B}" sibTransId="{EE1B103E-6B40-4F05-8FE6-0D6F6D6931A3}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1" destOrd="0" parTransId="{90C13AAE-4246-46D9-9B6E-D27D7FCA92D1}" sibTransId="{63F601AF-EA35-4E0A-A9D9-C60ACFB6BC55}"/>
    <dgm:cxn modelId="{2B7CE074-24B7-4A8C-A857-FF9B4E59B191}" type="presParOf" srcId="{83BF0D0E-CEE2-4D71-A59A-24428141268C}" destId="{372AB35D-7F85-4F08-9397-AA61FB00442A}" srcOrd="0" destOrd="0" presId="urn:microsoft.com/office/officeart/2005/8/layout/chevron1"/>
    <dgm:cxn modelId="{C2D37729-BC8B-4C95-95F2-53B3E137396C}" type="presParOf" srcId="{83BF0D0E-CEE2-4D71-A59A-24428141268C}" destId="{1F777585-BE73-4FF0-B2F3-AF881F23F55D}" srcOrd="1" destOrd="0" presId="urn:microsoft.com/office/officeart/2005/8/layout/chevron1"/>
    <dgm:cxn modelId="{935219A2-AB19-4AB9-9F9C-D76BEFE63A6D}" type="presParOf" srcId="{83BF0D0E-CEE2-4D71-A59A-24428141268C}" destId="{43FF70E3-3B35-4DF9-A907-606680DFC178}" srcOrd="2" destOrd="0" presId="urn:microsoft.com/office/officeart/2005/8/layout/chevron1"/>
    <dgm:cxn modelId="{79F21B6A-CA02-4E64-9294-F34562F1811C}" type="presParOf" srcId="{83BF0D0E-CEE2-4D71-A59A-24428141268C}" destId="{9A80ACDF-AC15-4B39-99F9-7A6A02E1B5CD}" srcOrd="3" destOrd="0" presId="urn:microsoft.com/office/officeart/2005/8/layout/chevron1"/>
    <dgm:cxn modelId="{2A650AEE-9511-4757-8653-2E64012F3E80}" type="presParOf" srcId="{83BF0D0E-CEE2-4D71-A59A-24428141268C}" destId="{40E75915-E9B1-4ABD-839B-3CFD5E25D23D}" srcOrd="4" destOrd="0" presId="urn:microsoft.com/office/officeart/2005/8/layout/chevron1"/>
    <dgm:cxn modelId="{ACBBFA2B-5044-42D6-A84F-466B98A40338}" type="presParOf" srcId="{83BF0D0E-CEE2-4D71-A59A-24428141268C}" destId="{3AD7AFE4-5A8A-4232-8024-F2443FC198F5}" srcOrd="5" destOrd="0" presId="urn:microsoft.com/office/officeart/2005/8/layout/chevron1"/>
    <dgm:cxn modelId="{D78649FD-15D3-4376-A1AA-AD0C5771590C}" type="presParOf" srcId="{83BF0D0E-CEE2-4D71-A59A-24428141268C}" destId="{D3FAEA15-74EA-44F0-B324-8062485B62B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3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>
        <a:solidFill>
          <a:schemeClr val="bg2"/>
        </a:solidFill>
      </dgm:spPr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3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40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2800" dirty="0"/>
            <a:t> </a:t>
          </a:r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4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30FF3333-7EEF-4C0A-A99B-86F76F198A53}" type="presOf" srcId="{8BBD982B-F274-4BA3-8F19-028AA15117A4}" destId="{83BF0D0E-CEE2-4D71-A59A-24428141268C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50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55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>
        <a:solidFill>
          <a:schemeClr val="bg2"/>
        </a:solidFill>
      </dgm:spPr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0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5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2800" dirty="0"/>
            <a:t> </a:t>
          </a:r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26982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85564" y="26982"/>
        <a:ext cx="256692" cy="171128"/>
      </dsp:txXfrm>
    </dsp:sp>
    <dsp:sp modelId="{43FF70E3-3B35-4DF9-A907-606680DFC178}">
      <dsp:nvSpPr>
        <dsp:cNvPr id="0" name=""/>
        <dsp:cNvSpPr/>
      </dsp:nvSpPr>
      <dsp:spPr>
        <a:xfrm>
          <a:off x="385773" y="25845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471337" y="25845"/>
        <a:ext cx="256692" cy="171128"/>
      </dsp:txXfrm>
    </dsp:sp>
    <dsp:sp modelId="{40E75915-E9B1-4ABD-839B-3CFD5E25D23D}">
      <dsp:nvSpPr>
        <dsp:cNvPr id="0" name=""/>
        <dsp:cNvSpPr/>
      </dsp:nvSpPr>
      <dsp:spPr>
        <a:xfrm>
          <a:off x="770811" y="25845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856375" y="25845"/>
        <a:ext cx="256692" cy="171128"/>
      </dsp:txXfrm>
    </dsp:sp>
    <dsp:sp modelId="{D3FAEA15-74EA-44F0-B324-8062485B62BB}">
      <dsp:nvSpPr>
        <dsp:cNvPr id="0" name=""/>
        <dsp:cNvSpPr/>
      </dsp:nvSpPr>
      <dsp:spPr>
        <a:xfrm>
          <a:off x="1155849" y="25845"/>
          <a:ext cx="427820" cy="171128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241413" y="25845"/>
        <a:ext cx="256692" cy="1711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26982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85564" y="26982"/>
        <a:ext cx="256692" cy="171128"/>
      </dsp:txXfrm>
    </dsp:sp>
    <dsp:sp modelId="{43FF70E3-3B35-4DF9-A907-606680DFC178}">
      <dsp:nvSpPr>
        <dsp:cNvPr id="0" name=""/>
        <dsp:cNvSpPr/>
      </dsp:nvSpPr>
      <dsp:spPr>
        <a:xfrm>
          <a:off x="385773" y="25845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471337" y="25845"/>
        <a:ext cx="256692" cy="171128"/>
      </dsp:txXfrm>
    </dsp:sp>
    <dsp:sp modelId="{40E75915-E9B1-4ABD-839B-3CFD5E25D23D}">
      <dsp:nvSpPr>
        <dsp:cNvPr id="0" name=""/>
        <dsp:cNvSpPr/>
      </dsp:nvSpPr>
      <dsp:spPr>
        <a:xfrm>
          <a:off x="770811" y="25845"/>
          <a:ext cx="427820" cy="171128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856375" y="25845"/>
        <a:ext cx="256692" cy="171128"/>
      </dsp:txXfrm>
    </dsp:sp>
    <dsp:sp modelId="{D3FAEA15-74EA-44F0-B324-8062485B62BB}">
      <dsp:nvSpPr>
        <dsp:cNvPr id="0" name=""/>
        <dsp:cNvSpPr/>
      </dsp:nvSpPr>
      <dsp:spPr>
        <a:xfrm>
          <a:off x="1155849" y="25845"/>
          <a:ext cx="427820" cy="171128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241413" y="25845"/>
        <a:ext cx="256692" cy="1711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</a:t>
          </a:r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</a:t>
          </a:r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597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383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5180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8136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775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974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4040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209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393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057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75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738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diagramQuickStyle" Target="../diagrams/quickStyle1.xml"/><Relationship Id="rId18" Type="http://schemas.openxmlformats.org/officeDocument/2006/relationships/diagramQuickStyle" Target="../diagrams/quickStyle2.xml"/><Relationship Id="rId26" Type="http://schemas.openxmlformats.org/officeDocument/2006/relationships/diagramData" Target="../diagrams/data4.xml"/><Relationship Id="rId39" Type="http://schemas.openxmlformats.org/officeDocument/2006/relationships/diagramColors" Target="../diagrams/colors6.xml"/><Relationship Id="rId21" Type="http://schemas.openxmlformats.org/officeDocument/2006/relationships/diagramData" Target="../diagrams/data3.xml"/><Relationship Id="rId34" Type="http://schemas.openxmlformats.org/officeDocument/2006/relationships/diagramColors" Target="../diagrams/colors5.xml"/><Relationship Id="rId42" Type="http://schemas.openxmlformats.org/officeDocument/2006/relationships/diagramLayout" Target="../diagrams/layout7.xml"/><Relationship Id="rId47" Type="http://schemas.openxmlformats.org/officeDocument/2006/relationships/diagramLayout" Target="../diagrams/layout8.xml"/><Relationship Id="rId50" Type="http://schemas.microsoft.com/office/2007/relationships/diagramDrawing" Target="../diagrams/drawing8.xml"/><Relationship Id="rId55" Type="http://schemas.microsoft.com/office/2007/relationships/diagramDrawing" Target="../diagrams/drawing9.xml"/><Relationship Id="rId63" Type="http://schemas.openxmlformats.org/officeDocument/2006/relationships/diagramQuickStyle" Target="../diagrams/quickStyle11.xml"/><Relationship Id="rId68" Type="http://schemas.openxmlformats.org/officeDocument/2006/relationships/diagramQuickStyle" Target="../diagrams/quickStyle12.xml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diagramData" Target="../diagrams/data2.xml"/><Relationship Id="rId29" Type="http://schemas.openxmlformats.org/officeDocument/2006/relationships/diagramColors" Target="../diagrams/colors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diagramData" Target="../diagrams/data1.xml"/><Relationship Id="rId24" Type="http://schemas.openxmlformats.org/officeDocument/2006/relationships/diagramColors" Target="../diagrams/colors3.xml"/><Relationship Id="rId32" Type="http://schemas.openxmlformats.org/officeDocument/2006/relationships/diagramLayout" Target="../diagrams/layout5.xml"/><Relationship Id="rId37" Type="http://schemas.openxmlformats.org/officeDocument/2006/relationships/diagramLayout" Target="../diagrams/layout6.xml"/><Relationship Id="rId40" Type="http://schemas.microsoft.com/office/2007/relationships/diagramDrawing" Target="../diagrams/drawing6.xml"/><Relationship Id="rId45" Type="http://schemas.microsoft.com/office/2007/relationships/diagramDrawing" Target="../diagrams/drawing7.xml"/><Relationship Id="rId53" Type="http://schemas.openxmlformats.org/officeDocument/2006/relationships/diagramQuickStyle" Target="../diagrams/quickStyle9.xml"/><Relationship Id="rId58" Type="http://schemas.openxmlformats.org/officeDocument/2006/relationships/diagramQuickStyle" Target="../diagrams/quickStyle10.xml"/><Relationship Id="rId66" Type="http://schemas.openxmlformats.org/officeDocument/2006/relationships/diagramData" Target="../diagrams/data12.xml"/><Relationship Id="rId5" Type="http://schemas.openxmlformats.org/officeDocument/2006/relationships/image" Target="../media/image4.png"/><Relationship Id="rId15" Type="http://schemas.microsoft.com/office/2007/relationships/diagramDrawing" Target="../diagrams/drawing1.xml"/><Relationship Id="rId23" Type="http://schemas.openxmlformats.org/officeDocument/2006/relationships/diagramQuickStyle" Target="../diagrams/quickStyle3.xml"/><Relationship Id="rId28" Type="http://schemas.openxmlformats.org/officeDocument/2006/relationships/diagramQuickStyle" Target="../diagrams/quickStyle4.xml"/><Relationship Id="rId36" Type="http://schemas.openxmlformats.org/officeDocument/2006/relationships/diagramData" Target="../diagrams/data6.xml"/><Relationship Id="rId49" Type="http://schemas.openxmlformats.org/officeDocument/2006/relationships/diagramColors" Target="../diagrams/colors8.xml"/><Relationship Id="rId57" Type="http://schemas.openxmlformats.org/officeDocument/2006/relationships/diagramLayout" Target="../diagrams/layout10.xml"/><Relationship Id="rId61" Type="http://schemas.openxmlformats.org/officeDocument/2006/relationships/diagramData" Target="../diagrams/data11.xml"/><Relationship Id="rId10" Type="http://schemas.openxmlformats.org/officeDocument/2006/relationships/image" Target="../media/image9.svg"/><Relationship Id="rId19" Type="http://schemas.openxmlformats.org/officeDocument/2006/relationships/diagramColors" Target="../diagrams/colors2.xml"/><Relationship Id="rId31" Type="http://schemas.openxmlformats.org/officeDocument/2006/relationships/diagramData" Target="../diagrams/data5.xml"/><Relationship Id="rId44" Type="http://schemas.openxmlformats.org/officeDocument/2006/relationships/diagramColors" Target="../diagrams/colors7.xml"/><Relationship Id="rId52" Type="http://schemas.openxmlformats.org/officeDocument/2006/relationships/diagramLayout" Target="../diagrams/layout9.xml"/><Relationship Id="rId60" Type="http://schemas.microsoft.com/office/2007/relationships/diagramDrawing" Target="../diagrams/drawing10.xml"/><Relationship Id="rId65" Type="http://schemas.microsoft.com/office/2007/relationships/diagramDrawing" Target="../diagrams/drawing11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diagramColors" Target="../diagrams/colors1.xml"/><Relationship Id="rId22" Type="http://schemas.openxmlformats.org/officeDocument/2006/relationships/diagramLayout" Target="../diagrams/layout3.xml"/><Relationship Id="rId27" Type="http://schemas.openxmlformats.org/officeDocument/2006/relationships/diagramLayout" Target="../diagrams/layout4.xml"/><Relationship Id="rId30" Type="http://schemas.microsoft.com/office/2007/relationships/diagramDrawing" Target="../diagrams/drawing4.xml"/><Relationship Id="rId35" Type="http://schemas.microsoft.com/office/2007/relationships/diagramDrawing" Target="../diagrams/drawing5.xml"/><Relationship Id="rId43" Type="http://schemas.openxmlformats.org/officeDocument/2006/relationships/diagramQuickStyle" Target="../diagrams/quickStyle7.xml"/><Relationship Id="rId48" Type="http://schemas.openxmlformats.org/officeDocument/2006/relationships/diagramQuickStyle" Target="../diagrams/quickStyle8.xml"/><Relationship Id="rId56" Type="http://schemas.openxmlformats.org/officeDocument/2006/relationships/diagramData" Target="../diagrams/data10.xml"/><Relationship Id="rId64" Type="http://schemas.openxmlformats.org/officeDocument/2006/relationships/diagramColors" Target="../diagrams/colors11.xml"/><Relationship Id="rId69" Type="http://schemas.openxmlformats.org/officeDocument/2006/relationships/diagramColors" Target="../diagrams/colors12.xml"/><Relationship Id="rId8" Type="http://schemas.openxmlformats.org/officeDocument/2006/relationships/image" Target="../media/image7.png"/><Relationship Id="rId51" Type="http://schemas.openxmlformats.org/officeDocument/2006/relationships/diagramData" Target="../diagrams/data9.xml"/><Relationship Id="rId3" Type="http://schemas.openxmlformats.org/officeDocument/2006/relationships/image" Target="../media/image2.png"/><Relationship Id="rId12" Type="http://schemas.openxmlformats.org/officeDocument/2006/relationships/diagramLayout" Target="../diagrams/layout1.xml"/><Relationship Id="rId17" Type="http://schemas.openxmlformats.org/officeDocument/2006/relationships/diagramLayout" Target="../diagrams/layout2.xml"/><Relationship Id="rId25" Type="http://schemas.microsoft.com/office/2007/relationships/diagramDrawing" Target="../diagrams/drawing3.xml"/><Relationship Id="rId33" Type="http://schemas.openxmlformats.org/officeDocument/2006/relationships/diagramQuickStyle" Target="../diagrams/quickStyle5.xml"/><Relationship Id="rId38" Type="http://schemas.openxmlformats.org/officeDocument/2006/relationships/diagramQuickStyle" Target="../diagrams/quickStyle6.xml"/><Relationship Id="rId46" Type="http://schemas.openxmlformats.org/officeDocument/2006/relationships/diagramData" Target="../diagrams/data8.xml"/><Relationship Id="rId59" Type="http://schemas.openxmlformats.org/officeDocument/2006/relationships/diagramColors" Target="../diagrams/colors10.xml"/><Relationship Id="rId67" Type="http://schemas.openxmlformats.org/officeDocument/2006/relationships/diagramLayout" Target="../diagrams/layout12.xml"/><Relationship Id="rId20" Type="http://schemas.microsoft.com/office/2007/relationships/diagramDrawing" Target="../diagrams/drawing2.xml"/><Relationship Id="rId41" Type="http://schemas.openxmlformats.org/officeDocument/2006/relationships/diagramData" Target="../diagrams/data7.xml"/><Relationship Id="rId54" Type="http://schemas.openxmlformats.org/officeDocument/2006/relationships/diagramColors" Target="../diagrams/colors9.xml"/><Relationship Id="rId62" Type="http://schemas.openxmlformats.org/officeDocument/2006/relationships/diagramLayout" Target="../diagrams/layout11.xml"/><Relationship Id="rId70" Type="http://schemas.microsoft.com/office/2007/relationships/diagramDrawing" Target="../diagrams/drawin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val 20">
            <a:extLst>
              <a:ext uri="{FF2B5EF4-FFF2-40B4-BE49-F238E27FC236}">
                <a16:creationId xmlns:a16="http://schemas.microsoft.com/office/drawing/2014/main" id="{5FA22171-7A8B-4069-AA3F-520D1EB3CE9D}"/>
              </a:ext>
            </a:extLst>
          </p:cNvPr>
          <p:cNvSpPr/>
          <p:nvPr/>
        </p:nvSpPr>
        <p:spPr>
          <a:xfrm>
            <a:off x="800171" y="151366"/>
            <a:ext cx="1300881" cy="1344380"/>
          </a:xfrm>
          <a:custGeom>
            <a:avLst/>
            <a:gdLst>
              <a:gd name="connsiteX0" fmla="*/ 0 w 3314251"/>
              <a:gd name="connsiteY0" fmla="*/ 1564410 h 3128820"/>
              <a:gd name="connsiteX1" fmla="*/ 1657126 w 3314251"/>
              <a:gd name="connsiteY1" fmla="*/ 0 h 3128820"/>
              <a:gd name="connsiteX2" fmla="*/ 3314252 w 3314251"/>
              <a:gd name="connsiteY2" fmla="*/ 1564410 h 3128820"/>
              <a:gd name="connsiteX3" fmla="*/ 1657126 w 3314251"/>
              <a:gd name="connsiteY3" fmla="*/ 3128820 h 3128820"/>
              <a:gd name="connsiteX4" fmla="*/ 0 w 3314251"/>
              <a:gd name="connsiteY4" fmla="*/ 1564410 h 3128820"/>
              <a:gd name="connsiteX0" fmla="*/ 0 w 3314252"/>
              <a:gd name="connsiteY0" fmla="*/ 1564410 h 3128820"/>
              <a:gd name="connsiteX1" fmla="*/ 1657126 w 3314252"/>
              <a:gd name="connsiteY1" fmla="*/ 0 h 3128820"/>
              <a:gd name="connsiteX2" fmla="*/ 3314252 w 3314252"/>
              <a:gd name="connsiteY2" fmla="*/ 1564410 h 3128820"/>
              <a:gd name="connsiteX3" fmla="*/ 1657126 w 3314252"/>
              <a:gd name="connsiteY3" fmla="*/ 3128820 h 3128820"/>
              <a:gd name="connsiteX4" fmla="*/ 0 w 3314252"/>
              <a:gd name="connsiteY4" fmla="*/ 1564410 h 3128820"/>
              <a:gd name="connsiteX0" fmla="*/ 0 w 3314252"/>
              <a:gd name="connsiteY0" fmla="*/ 1565821 h 3130231"/>
              <a:gd name="connsiteX1" fmla="*/ 1657126 w 3314252"/>
              <a:gd name="connsiteY1" fmla="*/ 1411 h 3130231"/>
              <a:gd name="connsiteX2" fmla="*/ 3314252 w 3314252"/>
              <a:gd name="connsiteY2" fmla="*/ 1565821 h 3130231"/>
              <a:gd name="connsiteX3" fmla="*/ 1657126 w 3314252"/>
              <a:gd name="connsiteY3" fmla="*/ 3130231 h 3130231"/>
              <a:gd name="connsiteX4" fmla="*/ 0 w 3314252"/>
              <a:gd name="connsiteY4" fmla="*/ 1565821 h 3130231"/>
              <a:gd name="connsiteX0" fmla="*/ 0 w 3314252"/>
              <a:gd name="connsiteY0" fmla="*/ 1567937 h 3132347"/>
              <a:gd name="connsiteX1" fmla="*/ 1657126 w 3314252"/>
              <a:gd name="connsiteY1" fmla="*/ 3527 h 3132347"/>
              <a:gd name="connsiteX2" fmla="*/ 3314252 w 3314252"/>
              <a:gd name="connsiteY2" fmla="*/ 1567937 h 3132347"/>
              <a:gd name="connsiteX3" fmla="*/ 1657126 w 3314252"/>
              <a:gd name="connsiteY3" fmla="*/ 3132347 h 3132347"/>
              <a:gd name="connsiteX4" fmla="*/ 0 w 3314252"/>
              <a:gd name="connsiteY4" fmla="*/ 1567937 h 3132347"/>
              <a:gd name="connsiteX0" fmla="*/ 0 w 3314252"/>
              <a:gd name="connsiteY0" fmla="*/ 1564505 h 3128915"/>
              <a:gd name="connsiteX1" fmla="*/ 1657126 w 3314252"/>
              <a:gd name="connsiteY1" fmla="*/ 95 h 3128915"/>
              <a:gd name="connsiteX2" fmla="*/ 3314252 w 3314252"/>
              <a:gd name="connsiteY2" fmla="*/ 1564505 h 3128915"/>
              <a:gd name="connsiteX3" fmla="*/ 1657126 w 3314252"/>
              <a:gd name="connsiteY3" fmla="*/ 3128915 h 3128915"/>
              <a:gd name="connsiteX4" fmla="*/ 0 w 3314252"/>
              <a:gd name="connsiteY4" fmla="*/ 1564505 h 3128915"/>
              <a:gd name="connsiteX0" fmla="*/ 0 w 3314252"/>
              <a:gd name="connsiteY0" fmla="*/ 1565503 h 3129913"/>
              <a:gd name="connsiteX1" fmla="*/ 1657126 w 3314252"/>
              <a:gd name="connsiteY1" fmla="*/ 1093 h 3129913"/>
              <a:gd name="connsiteX2" fmla="*/ 3314252 w 3314252"/>
              <a:gd name="connsiteY2" fmla="*/ 1565503 h 3129913"/>
              <a:gd name="connsiteX3" fmla="*/ 1657126 w 3314252"/>
              <a:gd name="connsiteY3" fmla="*/ 3129913 h 3129913"/>
              <a:gd name="connsiteX4" fmla="*/ 0 w 3314252"/>
              <a:gd name="connsiteY4" fmla="*/ 1565503 h 3129913"/>
              <a:gd name="connsiteX0" fmla="*/ 0 w 3314252"/>
              <a:gd name="connsiteY0" fmla="*/ 1564410 h 3128820"/>
              <a:gd name="connsiteX1" fmla="*/ 1657126 w 3314252"/>
              <a:gd name="connsiteY1" fmla="*/ 0 h 3128820"/>
              <a:gd name="connsiteX2" fmla="*/ 3314252 w 3314252"/>
              <a:gd name="connsiteY2" fmla="*/ 1564410 h 3128820"/>
              <a:gd name="connsiteX3" fmla="*/ 1657126 w 3314252"/>
              <a:gd name="connsiteY3" fmla="*/ 3128820 h 3128820"/>
              <a:gd name="connsiteX4" fmla="*/ 0 w 3314252"/>
              <a:gd name="connsiteY4" fmla="*/ 1564410 h 3128820"/>
              <a:gd name="connsiteX0" fmla="*/ 0 w 3314252"/>
              <a:gd name="connsiteY0" fmla="*/ 1564433 h 3128843"/>
              <a:gd name="connsiteX1" fmla="*/ 1657126 w 3314252"/>
              <a:gd name="connsiteY1" fmla="*/ 23 h 3128843"/>
              <a:gd name="connsiteX2" fmla="*/ 3314252 w 3314252"/>
              <a:gd name="connsiteY2" fmla="*/ 1564433 h 3128843"/>
              <a:gd name="connsiteX3" fmla="*/ 1657126 w 3314252"/>
              <a:gd name="connsiteY3" fmla="*/ 3128843 h 3128843"/>
              <a:gd name="connsiteX4" fmla="*/ 0 w 3314252"/>
              <a:gd name="connsiteY4" fmla="*/ 1564433 h 3128843"/>
              <a:gd name="connsiteX0" fmla="*/ 0 w 3314252"/>
              <a:gd name="connsiteY0" fmla="*/ 1564433 h 3129053"/>
              <a:gd name="connsiteX1" fmla="*/ 1657126 w 3314252"/>
              <a:gd name="connsiteY1" fmla="*/ 23 h 3129053"/>
              <a:gd name="connsiteX2" fmla="*/ 3314252 w 3314252"/>
              <a:gd name="connsiteY2" fmla="*/ 1564433 h 3129053"/>
              <a:gd name="connsiteX3" fmla="*/ 1657126 w 3314252"/>
              <a:gd name="connsiteY3" fmla="*/ 3128843 h 3129053"/>
              <a:gd name="connsiteX4" fmla="*/ 0 w 3314252"/>
              <a:gd name="connsiteY4" fmla="*/ 1564433 h 3129053"/>
              <a:gd name="connsiteX0" fmla="*/ 0 w 3314252"/>
              <a:gd name="connsiteY0" fmla="*/ 1564433 h 3131880"/>
              <a:gd name="connsiteX1" fmla="*/ 1657126 w 3314252"/>
              <a:gd name="connsiteY1" fmla="*/ 23 h 3131880"/>
              <a:gd name="connsiteX2" fmla="*/ 3314252 w 3314252"/>
              <a:gd name="connsiteY2" fmla="*/ 1564433 h 3131880"/>
              <a:gd name="connsiteX3" fmla="*/ 1657126 w 3314252"/>
              <a:gd name="connsiteY3" fmla="*/ 3128843 h 3131880"/>
              <a:gd name="connsiteX4" fmla="*/ 0 w 3314252"/>
              <a:gd name="connsiteY4" fmla="*/ 1564433 h 3131880"/>
              <a:gd name="connsiteX0" fmla="*/ 0 w 3314252"/>
              <a:gd name="connsiteY0" fmla="*/ 1564433 h 3131423"/>
              <a:gd name="connsiteX1" fmla="*/ 1657126 w 3314252"/>
              <a:gd name="connsiteY1" fmla="*/ 23 h 3131423"/>
              <a:gd name="connsiteX2" fmla="*/ 3314252 w 3314252"/>
              <a:gd name="connsiteY2" fmla="*/ 1564433 h 3131423"/>
              <a:gd name="connsiteX3" fmla="*/ 1657126 w 3314252"/>
              <a:gd name="connsiteY3" fmla="*/ 3128843 h 3131423"/>
              <a:gd name="connsiteX4" fmla="*/ 0 w 3314252"/>
              <a:gd name="connsiteY4" fmla="*/ 1564433 h 313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252" h="3131423">
                <a:moveTo>
                  <a:pt x="0" y="1564433"/>
                </a:moveTo>
                <a:cubicBezTo>
                  <a:pt x="0" y="700433"/>
                  <a:pt x="775256" y="19074"/>
                  <a:pt x="1657126" y="23"/>
                </a:cubicBezTo>
                <a:cubicBezTo>
                  <a:pt x="2639009" y="-4740"/>
                  <a:pt x="3314252" y="700433"/>
                  <a:pt x="3314252" y="1564433"/>
                </a:cubicBezTo>
                <a:cubicBezTo>
                  <a:pt x="3314252" y="2428433"/>
                  <a:pt x="2367543" y="3071694"/>
                  <a:pt x="1657126" y="3128843"/>
                </a:cubicBezTo>
                <a:cubicBezTo>
                  <a:pt x="665721" y="3181230"/>
                  <a:pt x="0" y="2428433"/>
                  <a:pt x="0" y="1564433"/>
                </a:cubicBezTo>
                <a:close/>
              </a:path>
            </a:pathLst>
          </a:custGeom>
          <a:solidFill>
            <a:srgbClr val="95E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40DDB4-875F-470C-904B-BBB47B400284}"/>
              </a:ext>
            </a:extLst>
          </p:cNvPr>
          <p:cNvSpPr/>
          <p:nvPr/>
        </p:nvSpPr>
        <p:spPr>
          <a:xfrm>
            <a:off x="0" y="1598907"/>
            <a:ext cx="2653907" cy="4258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TextBox 4"/>
          <p:cNvSpPr txBox="1"/>
          <p:nvPr/>
        </p:nvSpPr>
        <p:spPr>
          <a:xfrm>
            <a:off x="310110" y="1614050"/>
            <a:ext cx="2602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TECHNICAL AND / OR FUNCTIONAL SKILLS</a:t>
            </a:r>
            <a:endParaRPr lang="es-ES" sz="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/>
          <p:cNvPicPr>
            <a:picLocks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8101" y="1670765"/>
            <a:ext cx="316452" cy="2917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629" y="2185923"/>
            <a:ext cx="5382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LINUX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29" y="2554695"/>
            <a:ext cx="5703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AZURE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29" y="2891487"/>
            <a:ext cx="6125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ORACLE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F18E45-5779-499C-80EF-53B890F93DBC}"/>
              </a:ext>
            </a:extLst>
          </p:cNvPr>
          <p:cNvSpPr/>
          <p:nvPr/>
        </p:nvSpPr>
        <p:spPr>
          <a:xfrm>
            <a:off x="-3457" y="3683797"/>
            <a:ext cx="2653907" cy="303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F9E016-BE9F-47B8-B41F-893B3D6CAF0C}"/>
              </a:ext>
            </a:extLst>
          </p:cNvPr>
          <p:cNvPicPr>
            <a:picLocks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30629" y="3691752"/>
            <a:ext cx="316452" cy="2917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9051" y="3720537"/>
            <a:ext cx="2543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SECTORAL EXPERIENCE</a:t>
            </a:r>
            <a:endParaRPr lang="es-ES" sz="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0984A0-6528-4CCD-A96C-5FDE87CBE616}"/>
              </a:ext>
            </a:extLst>
          </p:cNvPr>
          <p:cNvSpPr txBox="1"/>
          <p:nvPr/>
        </p:nvSpPr>
        <p:spPr>
          <a:xfrm>
            <a:off x="30629" y="3227482"/>
            <a:ext cx="6125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ORACLE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DE8FAB-62C1-4053-A2B1-73275AD382A5}"/>
              </a:ext>
            </a:extLst>
          </p:cNvPr>
          <p:cNvSpPr txBox="1"/>
          <p:nvPr/>
        </p:nvSpPr>
        <p:spPr>
          <a:xfrm>
            <a:off x="30629" y="4141022"/>
            <a:ext cx="7749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BANKING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6A650D-CD7C-4B6E-BF22-E6A2B6379678}"/>
              </a:ext>
            </a:extLst>
          </p:cNvPr>
          <p:cNvSpPr txBox="1"/>
          <p:nvPr/>
        </p:nvSpPr>
        <p:spPr>
          <a:xfrm>
            <a:off x="30629" y="4488208"/>
            <a:ext cx="9719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RETAIL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531DE7-75FC-4873-BD85-59966828A8D3}"/>
              </a:ext>
            </a:extLst>
          </p:cNvPr>
          <p:cNvSpPr txBox="1"/>
          <p:nvPr/>
        </p:nvSpPr>
        <p:spPr>
          <a:xfrm>
            <a:off x="30629" y="4835394"/>
            <a:ext cx="91198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INSURANCE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6AF8AD-59B2-4560-9066-241ECEE09423}"/>
              </a:ext>
            </a:extLst>
          </p:cNvPr>
          <p:cNvSpPr txBox="1"/>
          <p:nvPr/>
        </p:nvSpPr>
        <p:spPr>
          <a:xfrm>
            <a:off x="30629" y="5182581"/>
            <a:ext cx="9431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AUTOMOTIVE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32EA8F-C508-43E8-A8A1-8463A392BC59}"/>
              </a:ext>
            </a:extLst>
          </p:cNvPr>
          <p:cNvSpPr/>
          <p:nvPr/>
        </p:nvSpPr>
        <p:spPr>
          <a:xfrm>
            <a:off x="-6492" y="5635296"/>
            <a:ext cx="2653907" cy="303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94E016-BC11-47AD-96EB-DD039127C0CF}"/>
              </a:ext>
            </a:extLst>
          </p:cNvPr>
          <p:cNvSpPr txBox="1"/>
          <p:nvPr/>
        </p:nvSpPr>
        <p:spPr>
          <a:xfrm>
            <a:off x="30629" y="6092521"/>
            <a:ext cx="9058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French – B2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54F400-E6DB-4723-8C13-E835342E802B}"/>
              </a:ext>
            </a:extLst>
          </p:cNvPr>
          <p:cNvSpPr txBox="1"/>
          <p:nvPr/>
        </p:nvSpPr>
        <p:spPr>
          <a:xfrm>
            <a:off x="30629" y="6461293"/>
            <a:ext cx="9719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English – B1</a:t>
            </a:r>
          </a:p>
        </p:txBody>
      </p:sp>
      <p:pic>
        <p:nvPicPr>
          <p:cNvPr id="41" name="Picture 40"/>
          <p:cNvPicPr>
            <a:picLocks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0629" y="5646169"/>
            <a:ext cx="345917" cy="29302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A73D230-7AC6-426B-9399-DA57A60A0F19}"/>
              </a:ext>
            </a:extLst>
          </p:cNvPr>
          <p:cNvSpPr txBox="1"/>
          <p:nvPr/>
        </p:nvSpPr>
        <p:spPr>
          <a:xfrm>
            <a:off x="403694" y="5673990"/>
            <a:ext cx="2543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LANGUAGES</a:t>
            </a:r>
            <a:endParaRPr lang="es-ES" sz="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42E69C-CCF0-4CC5-AA4E-008A523FC149}"/>
              </a:ext>
            </a:extLst>
          </p:cNvPr>
          <p:cNvCxnSpPr/>
          <p:nvPr/>
        </p:nvCxnSpPr>
        <p:spPr>
          <a:xfrm flipH="1">
            <a:off x="2724270" y="-21696"/>
            <a:ext cx="0" cy="68760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2850221" y="1183011"/>
            <a:ext cx="4179605" cy="1417927"/>
            <a:chOff x="-305358" y="2235749"/>
            <a:chExt cx="8841805" cy="1320469"/>
          </a:xfrm>
        </p:grpSpPr>
        <p:grpSp>
          <p:nvGrpSpPr>
            <p:cNvPr id="49" name="Group 48"/>
            <p:cNvGrpSpPr/>
            <p:nvPr/>
          </p:nvGrpSpPr>
          <p:grpSpPr>
            <a:xfrm>
              <a:off x="50093" y="2261409"/>
              <a:ext cx="8486354" cy="1294809"/>
              <a:chOff x="-112305" y="2244514"/>
              <a:chExt cx="17634141" cy="1294809"/>
            </a:xfrm>
          </p:grpSpPr>
          <p:sp>
            <p:nvSpPr>
              <p:cNvPr id="51" name="TextBox 50"/>
              <p:cNvSpPr txBox="1"/>
              <p:nvPr/>
            </p:nvSpPr>
            <p:spPr>
              <a:xfrm>
                <a:off x="520947" y="2244514"/>
                <a:ext cx="6994840" cy="243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100" b="1" dirty="0">
                    <a:solidFill>
                      <a:schemeClr val="accent5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MY PROFILE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-112305" y="2650794"/>
                <a:ext cx="17634141" cy="888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Taking functional requirements, analysis, design and testing. Management tasks and dialogue between user, factory and project manager, providing technical support in J2EE applications.</a:t>
                </a:r>
              </a:p>
              <a:p>
                <a:endParaRPr lang="en-US" sz="8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endParaRPr lang="en-US" sz="8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8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Indicates: 25 years of global experience, analyst, banking, insurance, energy, economic-financial and automotive collections.</a:t>
                </a:r>
                <a:endParaRPr lang="es-ES" sz="8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pic>
          <p:nvPicPr>
            <p:cNvPr id="50" name="Picture 49"/>
            <p:cNvPicPr>
              <a:picLocks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-305358" y="2235749"/>
              <a:ext cx="685410" cy="287270"/>
            </a:xfrm>
            <a:prstGeom prst="rect">
              <a:avLst/>
            </a:prstGeom>
          </p:spPr>
        </p:pic>
      </p:grpSp>
      <p:pic>
        <p:nvPicPr>
          <p:cNvPr id="53" name="Graphic 9">
            <a:extLst>
              <a:ext uri="{FF2B5EF4-FFF2-40B4-BE49-F238E27FC236}">
                <a16:creationId xmlns:a16="http://schemas.microsoft.com/office/drawing/2014/main" id="{152EF931-6C1C-412C-83FC-8309BDC237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0154" y="234533"/>
            <a:ext cx="2286000" cy="510013"/>
          </a:xfrm>
          <a:prstGeom prst="rect">
            <a:avLst/>
          </a:prstGeom>
        </p:spPr>
      </p:pic>
      <p:cxnSp>
        <p:nvCxnSpPr>
          <p:cNvPr id="54" name="Straight Connector 53"/>
          <p:cNvCxnSpPr/>
          <p:nvPr/>
        </p:nvCxnSpPr>
        <p:spPr>
          <a:xfrm>
            <a:off x="3110900" y="1557271"/>
            <a:ext cx="378000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e 6">
            <a:extLst>
              <a:ext uri="{FF2B5EF4-FFF2-40B4-BE49-F238E27FC236}">
                <a16:creationId xmlns:a16="http://schemas.microsoft.com/office/drawing/2014/main" id="{B88DB47A-3488-4663-8BB1-AB30F59C5DE0}"/>
              </a:ext>
            </a:extLst>
          </p:cNvPr>
          <p:cNvGrpSpPr>
            <a:grpSpLocks noChangeAspect="1"/>
          </p:cNvGrpSpPr>
          <p:nvPr/>
        </p:nvGrpSpPr>
        <p:grpSpPr>
          <a:xfrm>
            <a:off x="10742738" y="5708534"/>
            <a:ext cx="1449839" cy="1147380"/>
            <a:chOff x="3731385" y="1559698"/>
            <a:chExt cx="4718061" cy="3733800"/>
          </a:xfrm>
        </p:grpSpPr>
        <p:sp>
          <p:nvSpPr>
            <p:cNvPr id="59" name="Forme libre : forme 4">
              <a:extLst>
                <a:ext uri="{FF2B5EF4-FFF2-40B4-BE49-F238E27FC236}">
                  <a16:creationId xmlns:a16="http://schemas.microsoft.com/office/drawing/2014/main" id="{E3210A5E-F45B-4A36-A30B-65AC3177833B}"/>
                </a:ext>
              </a:extLst>
            </p:cNvPr>
            <p:cNvSpPr/>
            <p:nvPr/>
          </p:nvSpPr>
          <p:spPr>
            <a:xfrm>
              <a:off x="3731385" y="1559698"/>
              <a:ext cx="4429125" cy="3733800"/>
            </a:xfrm>
            <a:custGeom>
              <a:avLst/>
              <a:gdLst>
                <a:gd name="connsiteX0" fmla="*/ 3220531 w 4429125"/>
                <a:gd name="connsiteY0" fmla="*/ 3729915 h 3733800"/>
                <a:gd name="connsiteX1" fmla="*/ 3193576 w 4429125"/>
                <a:gd name="connsiteY1" fmla="*/ 2735410 h 3733800"/>
                <a:gd name="connsiteX2" fmla="*/ 4325146 w 4429125"/>
                <a:gd name="connsiteY2" fmla="*/ 1751096 h 3733800"/>
                <a:gd name="connsiteX3" fmla="*/ 4141980 w 4429125"/>
                <a:gd name="connsiteY3" fmla="*/ 380925 h 3733800"/>
                <a:gd name="connsiteX4" fmla="*/ 2705895 w 4429125"/>
                <a:gd name="connsiteY4" fmla="*/ 137371 h 3733800"/>
                <a:gd name="connsiteX5" fmla="*/ 29561 w 4429125"/>
                <a:gd name="connsiteY5" fmla="*/ 3463596 h 3733800"/>
                <a:gd name="connsiteX6" fmla="*/ 13273 w 4429125"/>
                <a:gd name="connsiteY6" fmla="*/ 3729820 h 3733800"/>
                <a:gd name="connsiteX7" fmla="*/ 3220531 w 4429125"/>
                <a:gd name="connsiteY7" fmla="*/ 3729820 h 373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9125" h="3733800">
                  <a:moveTo>
                    <a:pt x="3220531" y="3729915"/>
                  </a:moveTo>
                  <a:cubicBezTo>
                    <a:pt x="3157857" y="3190324"/>
                    <a:pt x="3193576" y="2735410"/>
                    <a:pt x="3193576" y="2735410"/>
                  </a:cubicBezTo>
                  <a:cubicBezTo>
                    <a:pt x="3193576" y="2735410"/>
                    <a:pt x="3910999" y="2341837"/>
                    <a:pt x="4325146" y="1751096"/>
                  </a:cubicBezTo>
                  <a:cubicBezTo>
                    <a:pt x="4582130" y="1384574"/>
                    <a:pt x="4309810" y="505512"/>
                    <a:pt x="4141980" y="380925"/>
                  </a:cubicBezTo>
                  <a:cubicBezTo>
                    <a:pt x="3766218" y="-2170"/>
                    <a:pt x="3185098" y="-104183"/>
                    <a:pt x="2705895" y="137371"/>
                  </a:cubicBezTo>
                  <a:cubicBezTo>
                    <a:pt x="2716659" y="2179626"/>
                    <a:pt x="29561" y="3463596"/>
                    <a:pt x="29561" y="3463596"/>
                  </a:cubicBezTo>
                  <a:cubicBezTo>
                    <a:pt x="29561" y="3463596"/>
                    <a:pt x="-7015" y="3587421"/>
                    <a:pt x="13273" y="3729820"/>
                  </a:cubicBezTo>
                  <a:lnTo>
                    <a:pt x="3220531" y="3729820"/>
                  </a:lnTo>
                  <a:close/>
                </a:path>
              </a:pathLst>
            </a:custGeom>
            <a:solidFill>
              <a:srgbClr val="0075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orme libre : forme 5">
              <a:extLst>
                <a:ext uri="{FF2B5EF4-FFF2-40B4-BE49-F238E27FC236}">
                  <a16:creationId xmlns:a16="http://schemas.microsoft.com/office/drawing/2014/main" id="{99201A7B-00EE-43F4-997E-601F3E22A1DD}"/>
                </a:ext>
              </a:extLst>
            </p:cNvPr>
            <p:cNvSpPr/>
            <p:nvPr/>
          </p:nvSpPr>
          <p:spPr>
            <a:xfrm>
              <a:off x="6382521" y="1897361"/>
              <a:ext cx="2066925" cy="3390900"/>
            </a:xfrm>
            <a:custGeom>
              <a:avLst/>
              <a:gdLst>
                <a:gd name="connsiteX0" fmla="*/ 1427978 w 2066925"/>
                <a:gd name="connsiteY0" fmla="*/ 990619 h 3390900"/>
                <a:gd name="connsiteX1" fmla="*/ 17326 w 2066925"/>
                <a:gd name="connsiteY1" fmla="*/ 1994078 h 3390900"/>
                <a:gd name="connsiteX2" fmla="*/ 108956 w 2066925"/>
                <a:gd name="connsiteY2" fmla="*/ 3390633 h 3390900"/>
                <a:gd name="connsiteX3" fmla="*/ 2065392 w 2066925"/>
                <a:gd name="connsiteY3" fmla="*/ 3390633 h 3390900"/>
                <a:gd name="connsiteX4" fmla="*/ 2066344 w 2066925"/>
                <a:gd name="connsiteY4" fmla="*/ 1694612 h 3390900"/>
                <a:gd name="connsiteX5" fmla="*/ 1457601 w 2066925"/>
                <a:gd name="connsiteY5" fmla="*/ 10401 h 3390900"/>
                <a:gd name="connsiteX6" fmla="*/ 1427978 w 2066925"/>
                <a:gd name="connsiteY6" fmla="*/ 990619 h 3390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6925" h="3390900">
                  <a:moveTo>
                    <a:pt x="1427978" y="990619"/>
                  </a:moveTo>
                  <a:cubicBezTo>
                    <a:pt x="1000020" y="1571358"/>
                    <a:pt x="17326" y="1994078"/>
                    <a:pt x="17326" y="1994078"/>
                  </a:cubicBezTo>
                  <a:cubicBezTo>
                    <a:pt x="17326" y="1994078"/>
                    <a:pt x="-37919" y="2696166"/>
                    <a:pt x="108956" y="3390633"/>
                  </a:cubicBezTo>
                  <a:lnTo>
                    <a:pt x="2065392" y="3390633"/>
                  </a:lnTo>
                  <a:cubicBezTo>
                    <a:pt x="2065392" y="3390633"/>
                    <a:pt x="2066344" y="2421084"/>
                    <a:pt x="2066344" y="1694612"/>
                  </a:cubicBezTo>
                  <a:cubicBezTo>
                    <a:pt x="2066344" y="1230459"/>
                    <a:pt x="2000717" y="513893"/>
                    <a:pt x="1457601" y="10401"/>
                  </a:cubicBezTo>
                  <a:cubicBezTo>
                    <a:pt x="1410262" y="-33604"/>
                    <a:pt x="1883750" y="372161"/>
                    <a:pt x="1427978" y="990619"/>
                  </a:cubicBezTo>
                </a:path>
              </a:pathLst>
            </a:custGeom>
            <a:solidFill>
              <a:srgbClr val="95C11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7572953" y="1212515"/>
            <a:ext cx="28293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PROFESSIONAL EXPERIENCE</a:t>
            </a:r>
          </a:p>
        </p:txBody>
      </p:sp>
      <p:pic>
        <p:nvPicPr>
          <p:cNvPr id="120" name="Picture 119"/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317" y="1240350"/>
            <a:ext cx="252000" cy="252000"/>
          </a:xfrm>
          <a:prstGeom prst="rect">
            <a:avLst/>
          </a:prstGeom>
        </p:spPr>
      </p:pic>
      <p:cxnSp>
        <p:nvCxnSpPr>
          <p:cNvPr id="121" name="Straight Connector 120"/>
          <p:cNvCxnSpPr/>
          <p:nvPr/>
        </p:nvCxnSpPr>
        <p:spPr>
          <a:xfrm>
            <a:off x="7596996" y="1563437"/>
            <a:ext cx="424800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/>
          <p:cNvGrpSpPr/>
          <p:nvPr/>
        </p:nvGrpSpPr>
        <p:grpSpPr>
          <a:xfrm>
            <a:off x="7557317" y="2647833"/>
            <a:ext cx="4319085" cy="3856316"/>
            <a:chOff x="7447279" y="2661132"/>
            <a:chExt cx="4319085" cy="3134331"/>
          </a:xfrm>
        </p:grpSpPr>
        <p:sp>
          <p:nvSpPr>
            <p:cNvPr id="125" name="Pentagon 124"/>
            <p:cNvSpPr/>
            <p:nvPr/>
          </p:nvSpPr>
          <p:spPr>
            <a:xfrm>
              <a:off x="7502728" y="2703748"/>
              <a:ext cx="756000" cy="201830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2018-21</a:t>
              </a:r>
            </a:p>
          </p:txBody>
        </p:sp>
        <p:sp>
          <p:nvSpPr>
            <p:cNvPr id="126" name="Pentagon 125"/>
            <p:cNvSpPr/>
            <p:nvPr/>
          </p:nvSpPr>
          <p:spPr>
            <a:xfrm>
              <a:off x="7502947" y="3647438"/>
              <a:ext cx="756000" cy="201830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2017</a:t>
              </a:r>
            </a:p>
          </p:txBody>
        </p:sp>
        <p:sp>
          <p:nvSpPr>
            <p:cNvPr id="127" name="Pentagon 126"/>
            <p:cNvSpPr/>
            <p:nvPr/>
          </p:nvSpPr>
          <p:spPr>
            <a:xfrm>
              <a:off x="7502728" y="4377859"/>
              <a:ext cx="756000" cy="201830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2016-17</a:t>
              </a:r>
            </a:p>
          </p:txBody>
        </p:sp>
        <p:sp>
          <p:nvSpPr>
            <p:cNvPr id="128" name="Pentagon 127"/>
            <p:cNvSpPr/>
            <p:nvPr/>
          </p:nvSpPr>
          <p:spPr>
            <a:xfrm>
              <a:off x="7502728" y="5142066"/>
              <a:ext cx="756000" cy="201830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2015-16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463049" y="2944888"/>
              <a:ext cx="4287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just"/>
              <a:r>
                <a:rPr lang="en-US" sz="800" dirty="0">
                  <a:latin typeface="Verdana" panose="020B0604030504040204" pitchFamily="34" charset="0"/>
                  <a:ea typeface="Times New Roman" panose="02020603050405020304" pitchFamily="18" charset="0"/>
                </a:rPr>
                <a:t>Leadership in the team.</a:t>
              </a:r>
            </a:p>
            <a:p>
              <a:pPr algn="just"/>
              <a:r>
                <a:rPr lang="en-US" sz="800">
                  <a:latin typeface="Verdana" panose="020B0604030504040204" pitchFamily="34" charset="0"/>
                  <a:ea typeface="Times New Roman" panose="02020603050405020304" pitchFamily="18" charset="0"/>
                </a:rPr>
                <a:t>Development and parameterization</a:t>
              </a:r>
              <a:r>
                <a:rPr lang="es-ES" sz="80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.</a:t>
              </a:r>
              <a:endParaRPr lang="es-ES" sz="8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8256917" y="2661132"/>
              <a:ext cx="3187091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Securitas Direct Spain - Senior Programmer Analyst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7478685" y="3846607"/>
              <a:ext cx="4287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just"/>
              <a:r>
                <a:rPr lang="en-US" sz="800" dirty="0">
                  <a:latin typeface="Verdana" panose="020B0604030504040204" pitchFamily="34" charset="0"/>
                  <a:ea typeface="Times New Roman" panose="02020603050405020304" pitchFamily="18" charset="0"/>
                </a:rPr>
                <a:t>Coordination of the tests between the public services of the Autonomous Communities (CC.AA.).Data quality analysis.</a:t>
              </a:r>
              <a:endParaRPr lang="es-ES" sz="8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7463048" y="4562780"/>
              <a:ext cx="4287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r>
                <a:rPr lang="en-US" sz="800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Evolutionary and corrective maintenance. Correction of the software for resolution of incidents.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7447279" y="5420231"/>
              <a:ext cx="4287679" cy="375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Verdana" panose="020B0604030504040204" pitchFamily="34" charset="0"/>
                  <a:cs typeface="Arial" panose="020B0604020202020204" pitchFamily="34" charset="0"/>
                </a:rPr>
                <a:t>Evolutionary and corrective maintenance. Development of the necessary modifications in the software for the resolution of incidents. Elaboration of the technical design and test set. 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8256917" y="3583565"/>
              <a:ext cx="226696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SEPE - Senior 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Programmer</a:t>
              </a:r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Analyst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8256917" y="4324870"/>
              <a:ext cx="220765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PSA - Senior 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Programmer</a:t>
              </a:r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Analyst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8256917" y="5087983"/>
              <a:ext cx="265810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Gas Natural - Senior 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Programmer</a:t>
              </a:r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Analyst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B014D8D0-745D-4C70-91CE-77CF5945514F}"/>
              </a:ext>
            </a:extLst>
          </p:cNvPr>
          <p:cNvGrpSpPr/>
          <p:nvPr/>
        </p:nvGrpSpPr>
        <p:grpSpPr>
          <a:xfrm>
            <a:off x="2918902" y="2858376"/>
            <a:ext cx="4013320" cy="2135848"/>
            <a:chOff x="2926055" y="3065711"/>
            <a:chExt cx="4013320" cy="2135848"/>
          </a:xfrm>
        </p:grpSpPr>
        <p:sp>
          <p:nvSpPr>
            <p:cNvPr id="156" name="Rectangle 130">
              <a:extLst>
                <a:ext uri="{FF2B5EF4-FFF2-40B4-BE49-F238E27FC236}">
                  <a16:creationId xmlns:a16="http://schemas.microsoft.com/office/drawing/2014/main" id="{FC2A65B6-0322-4C30-907F-18DA1E2816AA}"/>
                </a:ext>
              </a:extLst>
            </p:cNvPr>
            <p:cNvSpPr/>
            <p:nvPr/>
          </p:nvSpPr>
          <p:spPr>
            <a:xfrm>
              <a:off x="3802979" y="4180193"/>
              <a:ext cx="256512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s-ES" sz="800" b="1" dirty="0">
                <a:latin typeface="Verdana" panose="020B0604030504040204" pitchFamily="34" charset="0"/>
                <a:ea typeface="Times New Roman" panose="02020603050405020304" pitchFamily="18" charset="0"/>
              </a:endParaRPr>
            </a:p>
            <a:p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</a:rPr>
                <a:t>J2EE (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</a:rPr>
                <a:t>Sun</a:t>
              </a:r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</a:rPr>
                <a:t> Microsystems)</a:t>
              </a:r>
              <a:endParaRPr lang="es-ES" sz="105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  <a:p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984B0707-4C2E-4DD4-B7FA-F555E9473CE5}"/>
                </a:ext>
              </a:extLst>
            </p:cNvPr>
            <p:cNvGrpSpPr/>
            <p:nvPr/>
          </p:nvGrpSpPr>
          <p:grpSpPr>
            <a:xfrm>
              <a:off x="2926055" y="3065711"/>
              <a:ext cx="4013320" cy="2135848"/>
              <a:chOff x="2926055" y="3065711"/>
              <a:chExt cx="4013320" cy="2135848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2926055" y="3065711"/>
                <a:ext cx="4013320" cy="322761"/>
                <a:chOff x="2926479" y="3095028"/>
                <a:chExt cx="4013320" cy="322761"/>
              </a:xfrm>
            </p:grpSpPr>
            <p:grpSp>
              <p:nvGrpSpPr>
                <p:cNvPr id="61" name="Group 60"/>
                <p:cNvGrpSpPr/>
                <p:nvPr/>
              </p:nvGrpSpPr>
              <p:grpSpPr>
                <a:xfrm>
                  <a:off x="2926479" y="3095028"/>
                  <a:ext cx="2058430" cy="262982"/>
                  <a:chOff x="-98216" y="5037244"/>
                  <a:chExt cx="3340496" cy="262982"/>
                </a:xfrm>
              </p:grpSpPr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295017" y="5045561"/>
                    <a:ext cx="2947263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s-ES"/>
                    </a:defPPr>
                    <a:lvl1pPr>
                      <a:defRPr sz="1050" b="1">
                        <a:solidFill>
                          <a:schemeClr val="accent5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defRPr>
                    </a:lvl1pPr>
                  </a:lstStyle>
                  <a:p>
                    <a:r>
                      <a:rPr lang="es-ES" dirty="0"/>
                      <a:t>TRAINING </a:t>
                    </a:r>
                  </a:p>
                </p:txBody>
              </p:sp>
              <p:pic>
                <p:nvPicPr>
                  <p:cNvPr id="63" name="Picture 62"/>
                  <p:cNvPicPr>
                    <a:picLocks noChangeAspect="1"/>
                  </p:cNvPicPr>
                  <p:nvPr/>
                </p:nvPicPr>
                <p:blipFill>
                  <a:blip r:embed="rId8" cstate="print">
                    <a:duotone>
                      <a:schemeClr val="accent1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-98216" y="5037244"/>
                    <a:ext cx="262982" cy="26298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3159799" y="3417789"/>
                  <a:ext cx="3780000" cy="0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8" name="Group 142">
                <a:extLst>
                  <a:ext uri="{FF2B5EF4-FFF2-40B4-BE49-F238E27FC236}">
                    <a16:creationId xmlns:a16="http://schemas.microsoft.com/office/drawing/2014/main" id="{A337F2F0-8440-4E7F-A8BD-1232F78B1D08}"/>
                  </a:ext>
                </a:extLst>
              </p:cNvPr>
              <p:cNvGrpSpPr/>
              <p:nvPr/>
            </p:nvGrpSpPr>
            <p:grpSpPr>
              <a:xfrm>
                <a:off x="3007080" y="3571778"/>
                <a:ext cx="3483319" cy="896734"/>
                <a:chOff x="7502728" y="1765782"/>
                <a:chExt cx="3483319" cy="1255847"/>
              </a:xfrm>
            </p:grpSpPr>
            <p:sp>
              <p:nvSpPr>
                <p:cNvPr id="144" name="Pentagon 124">
                  <a:extLst>
                    <a:ext uri="{FF2B5EF4-FFF2-40B4-BE49-F238E27FC236}">
                      <a16:creationId xmlns:a16="http://schemas.microsoft.com/office/drawing/2014/main" id="{09EE8205-768E-449B-BD4E-475D9B2A37E9}"/>
                    </a:ext>
                  </a:extLst>
                </p:cNvPr>
                <p:cNvSpPr/>
                <p:nvPr/>
              </p:nvSpPr>
              <p:spPr>
                <a:xfrm>
                  <a:off x="7502728" y="1941791"/>
                  <a:ext cx="756000" cy="276994"/>
                </a:xfrm>
                <a:prstGeom prst="homePlat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b="1" dirty="0">
                      <a:solidFill>
                        <a:schemeClr val="bg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1992-95</a:t>
                  </a:r>
                </a:p>
              </p:txBody>
            </p:sp>
            <p:sp>
              <p:nvSpPr>
                <p:cNvPr id="145" name="Pentagon 125">
                  <a:extLst>
                    <a:ext uri="{FF2B5EF4-FFF2-40B4-BE49-F238E27FC236}">
                      <a16:creationId xmlns:a16="http://schemas.microsoft.com/office/drawing/2014/main" id="{A6DF0372-AC83-44ED-8400-81413D8373F1}"/>
                    </a:ext>
                  </a:extLst>
                </p:cNvPr>
                <p:cNvSpPr/>
                <p:nvPr/>
              </p:nvSpPr>
              <p:spPr>
                <a:xfrm>
                  <a:off x="7502947" y="2744636"/>
                  <a:ext cx="756000" cy="276993"/>
                </a:xfrm>
                <a:prstGeom prst="homePlat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b="1" dirty="0">
                      <a:solidFill>
                        <a:schemeClr val="bg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2009</a:t>
                  </a:r>
                </a:p>
              </p:txBody>
            </p:sp>
            <p:sp>
              <p:nvSpPr>
                <p:cNvPr id="149" name="Rectangle 130">
                  <a:extLst>
                    <a:ext uri="{FF2B5EF4-FFF2-40B4-BE49-F238E27FC236}">
                      <a16:creationId xmlns:a16="http://schemas.microsoft.com/office/drawing/2014/main" id="{3F25EA42-E2A1-49F5-BC86-3616B5794F22}"/>
                    </a:ext>
                  </a:extLst>
                </p:cNvPr>
                <p:cNvSpPr/>
                <p:nvPr/>
              </p:nvSpPr>
              <p:spPr>
                <a:xfrm>
                  <a:off x="8256917" y="1765782"/>
                  <a:ext cx="2729130" cy="8189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800" b="1" dirty="0">
                      <a:latin typeface="Verdana" panose="020B0604030504040204" pitchFamily="34" charset="0"/>
                      <a:ea typeface="Times New Roman" panose="02020603050405020304" pitchFamily="18" charset="0"/>
                      <a:cs typeface="Arial" panose="020B0604020202020204" pitchFamily="34" charset="0"/>
                    </a:rPr>
                    <a:t>Technical Engineer in Informatic Management</a:t>
                  </a:r>
                </a:p>
                <a:p>
                  <a:endParaRPr lang="en-US" sz="800" b="1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endParaRPr>
                </a:p>
                <a:p>
                  <a:r>
                    <a:rPr lang="en-US" sz="800" b="1" dirty="0" err="1">
                      <a:latin typeface="Verdana" panose="020B0604030504040204" pitchFamily="34" charset="0"/>
                      <a:ea typeface="Times New Roman" panose="02020603050405020304" pitchFamily="18" charset="0"/>
                      <a:cs typeface="Arial" panose="020B0604020202020204" pitchFamily="34" charset="0"/>
                    </a:rPr>
                    <a:t>Comillas</a:t>
                  </a:r>
                  <a:r>
                    <a:rPr lang="en-US" sz="800" b="1" dirty="0">
                      <a:latin typeface="Verdana" panose="020B0604030504040204" pitchFamily="34" charset="0"/>
                      <a:ea typeface="Times New Roman" panose="02020603050405020304" pitchFamily="18" charset="0"/>
                      <a:cs typeface="Arial" panose="020B0604020202020204" pitchFamily="34" charset="0"/>
                    </a:rPr>
                    <a:t> Pontifical University 1992-1995</a:t>
                  </a:r>
                  <a:endParaRPr lang="es-ES" sz="800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</p:grpSp>
          <p:grpSp>
            <p:nvGrpSpPr>
              <p:cNvPr id="157" name="Group 142">
                <a:extLst>
                  <a:ext uri="{FF2B5EF4-FFF2-40B4-BE49-F238E27FC236}">
                    <a16:creationId xmlns:a16="http://schemas.microsoft.com/office/drawing/2014/main" id="{1D41F49F-B7A3-4319-9AAD-D933ED6C3EE2}"/>
                  </a:ext>
                </a:extLst>
              </p:cNvPr>
              <p:cNvGrpSpPr/>
              <p:nvPr/>
            </p:nvGrpSpPr>
            <p:grpSpPr>
              <a:xfrm>
                <a:off x="3021741" y="4739894"/>
                <a:ext cx="2796736" cy="461665"/>
                <a:chOff x="7502728" y="1765784"/>
                <a:chExt cx="2796736" cy="646547"/>
              </a:xfrm>
            </p:grpSpPr>
            <p:sp>
              <p:nvSpPr>
                <p:cNvPr id="158" name="Pentagon 124">
                  <a:extLst>
                    <a:ext uri="{FF2B5EF4-FFF2-40B4-BE49-F238E27FC236}">
                      <a16:creationId xmlns:a16="http://schemas.microsoft.com/office/drawing/2014/main" id="{C3B3D637-A265-4CAD-A45D-416606F1E46F}"/>
                    </a:ext>
                  </a:extLst>
                </p:cNvPr>
                <p:cNvSpPr/>
                <p:nvPr/>
              </p:nvSpPr>
              <p:spPr>
                <a:xfrm>
                  <a:off x="7502728" y="1941791"/>
                  <a:ext cx="756000" cy="276994"/>
                </a:xfrm>
                <a:prstGeom prst="homePlat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b="1" dirty="0">
                      <a:solidFill>
                        <a:schemeClr val="bg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2003</a:t>
                  </a:r>
                </a:p>
              </p:txBody>
            </p:sp>
            <p:sp>
              <p:nvSpPr>
                <p:cNvPr id="160" name="Rectangle 130">
                  <a:extLst>
                    <a:ext uri="{FF2B5EF4-FFF2-40B4-BE49-F238E27FC236}">
                      <a16:creationId xmlns:a16="http://schemas.microsoft.com/office/drawing/2014/main" id="{2A4067DF-11A3-402C-A058-5B92D940D7D1}"/>
                    </a:ext>
                  </a:extLst>
                </p:cNvPr>
                <p:cNvSpPr/>
                <p:nvPr/>
              </p:nvSpPr>
              <p:spPr>
                <a:xfrm>
                  <a:off x="8256917" y="1765784"/>
                  <a:ext cx="2042547" cy="6465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800" b="1" dirty="0" err="1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Application</a:t>
                  </a:r>
                  <a:r>
                    <a:rPr lang="es-ES" sz="800" b="1" dirty="0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 </a:t>
                  </a:r>
                  <a:r>
                    <a:rPr lang="es-ES" sz="800" b="1" dirty="0" err="1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integration</a:t>
                  </a:r>
                  <a:r>
                    <a:rPr lang="es-ES" sz="800" b="1" dirty="0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 XML C/S</a:t>
                  </a:r>
                </a:p>
                <a:p>
                  <a:endParaRPr lang="es-ES" sz="800" dirty="0">
                    <a:latin typeface="Verdana" panose="020B0604030504040204" pitchFamily="34" charset="0"/>
                    <a:ea typeface="Times New Roman" panose="02020603050405020304" pitchFamily="18" charset="0"/>
                  </a:endParaRPr>
                </a:p>
                <a:p>
                  <a:r>
                    <a:rPr lang="es-ES" sz="800" dirty="0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(</a:t>
                  </a:r>
                  <a:r>
                    <a:rPr lang="es-ES" sz="800" dirty="0" err="1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Polytechnic</a:t>
                  </a:r>
                  <a:r>
                    <a:rPr lang="es-ES" sz="800" dirty="0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 </a:t>
                  </a:r>
                  <a:r>
                    <a:rPr lang="es-ES" sz="800" dirty="0" err="1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University</a:t>
                  </a:r>
                  <a:r>
                    <a:rPr lang="es-ES" sz="800" dirty="0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 Madrid)</a:t>
                  </a:r>
                </a:p>
              </p:txBody>
            </p:sp>
          </p:grpSp>
        </p:grpSp>
      </p:grpSp>
      <p:pic>
        <p:nvPicPr>
          <p:cNvPr id="14" name="Gráfico 13" descr="Usuario">
            <a:extLst>
              <a:ext uri="{FF2B5EF4-FFF2-40B4-BE49-F238E27FC236}">
                <a16:creationId xmlns:a16="http://schemas.microsoft.com/office/drawing/2014/main" id="{AC02047A-3ED3-4680-8BD3-07621A4B5A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6470" y="262554"/>
            <a:ext cx="1036196" cy="1036196"/>
          </a:xfrm>
          <a:prstGeom prst="rect">
            <a:avLst/>
          </a:prstGeom>
        </p:spPr>
      </p:pic>
      <p:graphicFrame>
        <p:nvGraphicFramePr>
          <p:cNvPr id="146" name="Diagram 145">
            <a:extLst>
              <a:ext uri="{FF2B5EF4-FFF2-40B4-BE49-F238E27FC236}">
                <a16:creationId xmlns:a16="http://schemas.microsoft.com/office/drawing/2014/main" id="{06452D7A-5B68-4FC4-B3D0-9038D8269B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948163"/>
              </p:ext>
            </p:extLst>
          </p:nvPr>
        </p:nvGraphicFramePr>
        <p:xfrm>
          <a:off x="842806" y="2196534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graphicFrame>
        <p:nvGraphicFramePr>
          <p:cNvPr id="147" name="Diagram 146">
            <a:extLst>
              <a:ext uri="{FF2B5EF4-FFF2-40B4-BE49-F238E27FC236}">
                <a16:creationId xmlns:a16="http://schemas.microsoft.com/office/drawing/2014/main" id="{198D6032-A88A-4ED5-9AA1-A8B6FFA8F9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2664970"/>
              </p:ext>
            </p:extLst>
          </p:nvPr>
        </p:nvGraphicFramePr>
        <p:xfrm>
          <a:off x="842806" y="2166560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graphicFrame>
        <p:nvGraphicFramePr>
          <p:cNvPr id="148" name="Diagram 147">
            <a:extLst>
              <a:ext uri="{FF2B5EF4-FFF2-40B4-BE49-F238E27FC236}">
                <a16:creationId xmlns:a16="http://schemas.microsoft.com/office/drawing/2014/main" id="{3FE2AF29-0FFC-485F-9E64-0C8FF8F2E4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4354297"/>
              </p:ext>
            </p:extLst>
          </p:nvPr>
        </p:nvGraphicFramePr>
        <p:xfrm>
          <a:off x="857343" y="6069755"/>
          <a:ext cx="1584405" cy="222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1" r:lo="rId22" r:qs="rId23" r:cs="rId24"/>
          </a:graphicData>
        </a:graphic>
      </p:graphicFrame>
      <p:graphicFrame>
        <p:nvGraphicFramePr>
          <p:cNvPr id="150" name="Diagram 149">
            <a:extLst>
              <a:ext uri="{FF2B5EF4-FFF2-40B4-BE49-F238E27FC236}">
                <a16:creationId xmlns:a16="http://schemas.microsoft.com/office/drawing/2014/main" id="{697AB515-B4A0-46F7-B90A-FD2FA54C67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669183"/>
              </p:ext>
            </p:extLst>
          </p:nvPr>
        </p:nvGraphicFramePr>
        <p:xfrm>
          <a:off x="857343" y="6416483"/>
          <a:ext cx="1584405" cy="222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6" r:lo="rId27" r:qs="rId28" r:cs="rId29"/>
          </a:graphicData>
        </a:graphic>
      </p:graphicFrame>
      <p:graphicFrame>
        <p:nvGraphicFramePr>
          <p:cNvPr id="151" name="Diagram 150">
            <a:extLst>
              <a:ext uri="{FF2B5EF4-FFF2-40B4-BE49-F238E27FC236}">
                <a16:creationId xmlns:a16="http://schemas.microsoft.com/office/drawing/2014/main" id="{BC63BBD4-7825-485B-B09C-EE0F2E02E2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3785350"/>
              </p:ext>
            </p:extLst>
          </p:nvPr>
        </p:nvGraphicFramePr>
        <p:xfrm>
          <a:off x="842806" y="2522160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1" r:lo="rId32" r:qs="rId33" r:cs="rId34"/>
          </a:graphicData>
        </a:graphic>
      </p:graphicFrame>
      <p:graphicFrame>
        <p:nvGraphicFramePr>
          <p:cNvPr id="152" name="Diagram 151">
            <a:extLst>
              <a:ext uri="{FF2B5EF4-FFF2-40B4-BE49-F238E27FC236}">
                <a16:creationId xmlns:a16="http://schemas.microsoft.com/office/drawing/2014/main" id="{8E3BA7E9-A7E5-41FA-B1F2-B49EB80FF7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1426248"/>
              </p:ext>
            </p:extLst>
          </p:nvPr>
        </p:nvGraphicFramePr>
        <p:xfrm>
          <a:off x="842806" y="2877760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6" r:lo="rId37" r:qs="rId38" r:cs="rId39"/>
          </a:graphicData>
        </a:graphic>
      </p:graphicFrame>
      <p:graphicFrame>
        <p:nvGraphicFramePr>
          <p:cNvPr id="153" name="Diagram 152">
            <a:extLst>
              <a:ext uri="{FF2B5EF4-FFF2-40B4-BE49-F238E27FC236}">
                <a16:creationId xmlns:a16="http://schemas.microsoft.com/office/drawing/2014/main" id="{5AAAA6F0-DFAB-414E-B136-D546F551C4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0346449"/>
              </p:ext>
            </p:extLst>
          </p:nvPr>
        </p:nvGraphicFramePr>
        <p:xfrm>
          <a:off x="842806" y="3233360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1" r:lo="rId42" r:qs="rId43" r:cs="rId44"/>
          </a:graphicData>
        </a:graphic>
      </p:graphicFrame>
      <p:graphicFrame>
        <p:nvGraphicFramePr>
          <p:cNvPr id="96" name="Diagram 95">
            <a:extLst>
              <a:ext uri="{FF2B5EF4-FFF2-40B4-BE49-F238E27FC236}">
                <a16:creationId xmlns:a16="http://schemas.microsoft.com/office/drawing/2014/main" id="{79B3D8C7-77CD-4B26-A9AE-712EB48D6E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440014"/>
              </p:ext>
            </p:extLst>
          </p:nvPr>
        </p:nvGraphicFramePr>
        <p:xfrm>
          <a:off x="852593" y="4119013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6" r:lo="rId47" r:qs="rId48" r:cs="rId49"/>
          </a:graphicData>
        </a:graphic>
      </p:graphicFrame>
      <p:graphicFrame>
        <p:nvGraphicFramePr>
          <p:cNvPr id="97" name="Diagram 96">
            <a:extLst>
              <a:ext uri="{FF2B5EF4-FFF2-40B4-BE49-F238E27FC236}">
                <a16:creationId xmlns:a16="http://schemas.microsoft.com/office/drawing/2014/main" id="{CF35DA83-8501-441B-91E8-5CE03AE9EB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262846"/>
              </p:ext>
            </p:extLst>
          </p:nvPr>
        </p:nvGraphicFramePr>
        <p:xfrm>
          <a:off x="852593" y="4089039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1" r:lo="rId52" r:qs="rId53" r:cs="rId54"/>
          </a:graphicData>
        </a:graphic>
      </p:graphicFrame>
      <p:graphicFrame>
        <p:nvGraphicFramePr>
          <p:cNvPr id="98" name="Diagram 97">
            <a:extLst>
              <a:ext uri="{FF2B5EF4-FFF2-40B4-BE49-F238E27FC236}">
                <a16:creationId xmlns:a16="http://schemas.microsoft.com/office/drawing/2014/main" id="{7F644256-C047-4280-8B2B-3BD43594F0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9204764"/>
              </p:ext>
            </p:extLst>
          </p:nvPr>
        </p:nvGraphicFramePr>
        <p:xfrm>
          <a:off x="852593" y="4444639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6" r:lo="rId57" r:qs="rId58" r:cs="rId59"/>
          </a:graphicData>
        </a:graphic>
      </p:graphicFrame>
      <p:graphicFrame>
        <p:nvGraphicFramePr>
          <p:cNvPr id="99" name="Diagram 98">
            <a:extLst>
              <a:ext uri="{FF2B5EF4-FFF2-40B4-BE49-F238E27FC236}">
                <a16:creationId xmlns:a16="http://schemas.microsoft.com/office/drawing/2014/main" id="{B1294638-B215-4988-9DB4-8E90EB4951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3018237"/>
              </p:ext>
            </p:extLst>
          </p:nvPr>
        </p:nvGraphicFramePr>
        <p:xfrm>
          <a:off x="852593" y="4800239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1" r:lo="rId62" r:qs="rId63" r:cs="rId64"/>
          </a:graphicData>
        </a:graphic>
      </p:graphicFrame>
      <p:graphicFrame>
        <p:nvGraphicFramePr>
          <p:cNvPr id="100" name="Diagram 99">
            <a:extLst>
              <a:ext uri="{FF2B5EF4-FFF2-40B4-BE49-F238E27FC236}">
                <a16:creationId xmlns:a16="http://schemas.microsoft.com/office/drawing/2014/main" id="{1811A21D-F20D-4FC6-B12B-081D8FD1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991267"/>
              </p:ext>
            </p:extLst>
          </p:nvPr>
        </p:nvGraphicFramePr>
        <p:xfrm>
          <a:off x="852593" y="5155839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6" r:lo="rId67" r:qs="rId68" r:cs="rId69"/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BD7A265D-BD6E-4440-95D6-0983C1C1C938}"/>
              </a:ext>
            </a:extLst>
          </p:cNvPr>
          <p:cNvSpPr txBox="1"/>
          <p:nvPr/>
        </p:nvSpPr>
        <p:spPr>
          <a:xfrm>
            <a:off x="373067" y="1184621"/>
            <a:ext cx="21550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 FOTO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59C9709-2FA0-4FBC-A2E2-8221B4AF544B}"/>
              </a:ext>
            </a:extLst>
          </p:cNvPr>
          <p:cNvSpPr txBox="1"/>
          <p:nvPr/>
        </p:nvSpPr>
        <p:spPr>
          <a:xfrm>
            <a:off x="2935091" y="303488"/>
            <a:ext cx="6144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TDMM</a:t>
            </a:r>
          </a:p>
          <a:p>
            <a:r>
              <a:rPr lang="es-ES" sz="1200" b="1" dirty="0" err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Organic</a:t>
            </a:r>
            <a:r>
              <a:rPr lang="es-ES" sz="1200" b="1" dirty="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1200" b="1" dirty="0" err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Analyst</a:t>
            </a:r>
            <a:endParaRPr lang="es-ES" sz="1200" b="1" dirty="0">
              <a:solidFill>
                <a:schemeClr val="bg2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entagon 124">
            <a:extLst>
              <a:ext uri="{FF2B5EF4-FFF2-40B4-BE49-F238E27FC236}">
                <a16:creationId xmlns:a16="http://schemas.microsoft.com/office/drawing/2014/main" id="{A5F67188-64DF-181A-A3C4-ADB69EE8146D}"/>
              </a:ext>
            </a:extLst>
          </p:cNvPr>
          <p:cNvSpPr/>
          <p:nvPr/>
        </p:nvSpPr>
        <p:spPr>
          <a:xfrm>
            <a:off x="7641341" y="1833200"/>
            <a:ext cx="756000" cy="201830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2022-23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9971FE-57BC-1724-94DC-1DC7535DE3E0}"/>
              </a:ext>
            </a:extLst>
          </p:cNvPr>
          <p:cNvSpPr txBox="1"/>
          <p:nvPr/>
        </p:nvSpPr>
        <p:spPr>
          <a:xfrm>
            <a:off x="7601662" y="2074340"/>
            <a:ext cx="4287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Detailing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functional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requirements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90%.</a:t>
            </a:r>
          </a:p>
          <a:p>
            <a:pPr algn="just"/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Development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10% </a:t>
            </a:r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spring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boot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s-ES" sz="800" dirty="0">
              <a:latin typeface="Verdana" panose="020B060403050404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Validation of UAT's with users.</a:t>
            </a:r>
            <a:endParaRPr lang="es-ES" sz="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A8AD7A-4CFD-664B-B015-1172BFDAC9A3}"/>
              </a:ext>
            </a:extLst>
          </p:cNvPr>
          <p:cNvSpPr/>
          <p:nvPr/>
        </p:nvSpPr>
        <p:spPr>
          <a:xfrm>
            <a:off x="8395530" y="1790584"/>
            <a:ext cx="259878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800" b="1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Functional</a:t>
            </a:r>
            <a:r>
              <a:rPr lang="es-ES" sz="8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800" b="1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Analyst</a:t>
            </a:r>
            <a:r>
              <a:rPr lang="es-ES" sz="8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</a:t>
            </a:r>
            <a:r>
              <a:rPr lang="es-ES" sz="800" b="1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Programmer</a:t>
            </a:r>
            <a:r>
              <a:rPr lang="es-ES" sz="8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800" b="1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Analyst</a:t>
            </a:r>
            <a:endParaRPr lang="es-ES" sz="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86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3" dur="1000" spd="-100000" fill="hold"/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1" dur="1000" spd="-100000" fill="hold"/>
                                        <p:tgtEl>
                                          <p:spTgt spid="14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5" dur="1000" spd="-100000" fill="hold"/>
                                        <p:tgtEl>
                                          <p:spTgt spid="14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3" dur="1000" spd="-100000" fill="hold"/>
                                        <p:tgtEl>
                                          <p:spTgt spid="14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7" dur="1000" spd="-100000" fill="hold"/>
                                        <p:tgtEl>
                                          <p:spTgt spid="14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68" dur="1000" spd="-100000" fill="hold"/>
                                        <p:tgtEl>
                                          <p:spTgt spid="14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4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79" dur="1000" spd="-100000" fill="hold"/>
                                        <p:tgtEl>
                                          <p:spTgt spid="14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87" dur="1000" spd="-100000" fill="hold"/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95" dur="1000" spd="-100000" fill="hold"/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000"/>
                            </p:stCondLst>
                            <p:childTnLst>
                              <p:par>
                                <p:cTn id="9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03" dur="1000" spd="-100000" fill="hold"/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"/>
                            </p:stCondLst>
                            <p:childTnLst>
                              <p:par>
                                <p:cTn id="10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11" dur="1000" spd="-100000" fill="hold"/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1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19" dur="1000" spd="-100000" fill="hold"/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000"/>
                            </p:stCondLst>
                            <p:childTnLst>
                              <p:par>
                                <p:cTn id="1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27" dur="1000" spd="-100000" fill="hold"/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7000"/>
                            </p:stCondLst>
                            <p:childTnLst>
                              <p:par>
                                <p:cTn id="1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35" dur="1000" spd="-100000" fill="hold"/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8000"/>
                            </p:stCondLst>
                            <p:childTnLst>
                              <p:par>
                                <p:cTn id="13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43" dur="1000" spd="-100000" fill="hold"/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51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51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51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51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51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51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61" dur="1000" spd="-100000" fill="hold"/>
                                        <p:tgtEl>
                                          <p:spTgt spid="151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65" dur="1000" spd="-100000" fill="hold"/>
                                        <p:tgtEl>
                                          <p:spTgt spid="151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51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51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51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151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51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151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83" dur="1000" spd="-100000" fill="hold"/>
                                        <p:tgtEl>
                                          <p:spTgt spid="151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87" dur="1000" spd="-100000" fill="hold"/>
                                        <p:tgtEl>
                                          <p:spTgt spid="151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51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51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151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98" dur="1000" spd="-100000" fill="hold"/>
                                        <p:tgtEl>
                                          <p:spTgt spid="151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151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51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51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09" dur="1000" spd="-100000" fill="hold"/>
                                        <p:tgtEl>
                                          <p:spTgt spid="151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5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15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15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152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152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152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27" dur="1000" spd="-100000" fill="hold"/>
                                        <p:tgtEl>
                                          <p:spTgt spid="15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31" dur="1000" spd="-100000" fill="hold"/>
                                        <p:tgtEl>
                                          <p:spTgt spid="152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152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152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152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52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152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1000"/>
                                        <p:tgtEl>
                                          <p:spTgt spid="152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49" dur="1000" spd="-100000" fill="hold"/>
                                        <p:tgtEl>
                                          <p:spTgt spid="152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53" dur="1000" spd="-100000" fill="hold"/>
                                        <p:tgtEl>
                                          <p:spTgt spid="152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15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15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15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64" dur="1000" spd="-100000" fill="hold"/>
                                        <p:tgtEl>
                                          <p:spTgt spid="15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15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15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15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75" dur="1000" spd="-100000" fill="hold"/>
                                        <p:tgtEl>
                                          <p:spTgt spid="15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153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153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153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153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153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153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93" dur="1000" spd="-100000" fill="hold"/>
                                        <p:tgtEl>
                                          <p:spTgt spid="153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97" dur="1000" spd="-100000" fill="hold"/>
                                        <p:tgtEl>
                                          <p:spTgt spid="153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1000" fill="hold"/>
                                        <p:tgtEl>
                                          <p:spTgt spid="153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153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153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153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153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1" dur="1000"/>
                                        <p:tgtEl>
                                          <p:spTgt spid="153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15" dur="1000" spd="-100000" fill="hold"/>
                                        <p:tgtEl>
                                          <p:spTgt spid="153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19" dur="1000" spd="-100000" fill="hold"/>
                                        <p:tgtEl>
                                          <p:spTgt spid="153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153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153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6" dur="1000"/>
                                        <p:tgtEl>
                                          <p:spTgt spid="153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30" dur="1000" spd="-100000" fill="hold"/>
                                        <p:tgtEl>
                                          <p:spTgt spid="153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153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153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7" dur="1000"/>
                                        <p:tgtEl>
                                          <p:spTgt spid="153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41" dur="1000" spd="-100000" fill="hold"/>
                                        <p:tgtEl>
                                          <p:spTgt spid="153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8" dur="1000"/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52" dur="1000" spd="-100000" fill="hold"/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1000" fill="hold"/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1000" fill="hold"/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1000"/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1000" fill="hold"/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1000"/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70" dur="1000" spd="-100000" fill="hold"/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74" dur="1000" spd="-100000" fill="hold"/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1000" fill="hold"/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1000" fill="hold"/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1000"/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6" dur="1000" fill="hold"/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1000" fill="hold"/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8" dur="1000"/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92" dur="1000" spd="-100000" fill="hold"/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96" dur="1000" spd="-100000" fill="hold"/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1" dur="1000" fill="hold"/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1000" fill="hold"/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3" dur="1000"/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07" dur="1000" spd="-100000" fill="hold"/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2" dur="1000" fill="hold"/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1000" fill="hold"/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4" dur="1000"/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18" dur="1000" spd="-100000" fill="hold"/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3" dur="1000" fill="hold"/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1000" fill="hold"/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5" dur="1000"/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0" dur="1000" fill="hold"/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1000" fill="hold"/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2" dur="1000"/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36" dur="1000" spd="-100000" fill="hold"/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40" dur="1000" spd="-100000" fill="hold"/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5" dur="1000" fill="hold"/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6" dur="1000" fill="hold"/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7" dur="1000"/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2" dur="1000" fill="hold"/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1000" fill="hold"/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4" dur="1000"/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58" dur="1000" spd="-100000" fill="hold"/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62" dur="1000" spd="-100000" fill="hold"/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7" dur="1000" fill="hold"/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8" dur="1000" fill="hold"/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9" dur="1000"/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73" dur="1000" spd="-100000" fill="hold"/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>
                      <p:stCondLst>
                        <p:cond delay="indefinite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8" dur="1000" fill="hold"/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1000" fill="hold"/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0" dur="1000"/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84" dur="1000" spd="-100000" fill="hold"/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9" dur="1000" fill="hold"/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0" dur="1000" fill="hold"/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1" dur="1000"/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6" dur="1000" fill="hold"/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7" dur="1000" fill="hold"/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8" dur="1000"/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02" dur="1000" spd="-100000" fill="hold"/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06" dur="1000" spd="-100000" fill="hold"/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1000" fill="hold"/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1000" fill="hold"/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1000"/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indefinite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1000" fill="hold"/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1000" fill="hold"/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1000"/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24" dur="1000" spd="-100000" fill="hold"/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28" dur="1000" spd="-100000" fill="hold"/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3" dur="1000" fill="hold"/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4" dur="1000" fill="hold"/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5" dur="1000"/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6" fill="hold">
                      <p:stCondLst>
                        <p:cond delay="indefinite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39" dur="1000" spd="-100000" fill="hold"/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0" fill="hold">
                      <p:stCondLst>
                        <p:cond delay="indefinite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4" dur="1000" fill="hold"/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5" dur="1000" fill="hold"/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6" dur="1000"/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50" dur="1000" spd="-100000" fill="hold"/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5" dur="1000" fill="hold"/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6" dur="1000" fill="hold"/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7" dur="1000"/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2" dur="1000" fill="hold"/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3" dur="1000" fill="hold"/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4" dur="1000"/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5" fill="hold">
                      <p:stCondLst>
                        <p:cond delay="indefinite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par>
                                <p:cTn id="56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68" dur="1000" spd="-100000" fill="hold"/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72" dur="1000" spd="-100000" fill="hold"/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7" dur="1000" fill="hold"/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1000" fill="hold"/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9" dur="1000"/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>
                      <p:stCondLst>
                        <p:cond delay="indefinite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par>
                                <p:cTn id="58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4" dur="1000" fill="hold"/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1000" fill="hold"/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6" dur="1000"/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7" fill="hold">
                      <p:stCondLst>
                        <p:cond delay="indefinite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id="58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90" dur="1000" spd="-100000" fill="hold"/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94" dur="1000" spd="-100000" fill="hold"/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1000" fill="hold"/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1000" fill="hold"/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1000"/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2" fill="hold">
                      <p:stCondLst>
                        <p:cond delay="indefinite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id="60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605" dur="1000" spd="-100000" fill="hold"/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6" fill="hold">
                      <p:stCondLst>
                        <p:cond delay="indefinite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id="60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0" dur="1000" fill="hold"/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1" dur="1000" fill="hold"/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2" dur="1000"/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616" dur="1000" spd="-100000" fill="hold"/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6" grpId="0">
        <p:bldSub>
          <a:bldDgm bld="one"/>
        </p:bldSub>
      </p:bldGraphic>
      <p:bldGraphic spid="146" grpId="1">
        <p:bldSub>
          <a:bldDgm bld="one"/>
        </p:bldSub>
      </p:bldGraphic>
      <p:bldGraphic spid="147" grpId="0">
        <p:bldSub>
          <a:bldDgm bld="one"/>
        </p:bldSub>
      </p:bldGraphic>
      <p:bldGraphic spid="147" grpId="1">
        <p:bldSub>
          <a:bldDgm bld="one"/>
        </p:bldSub>
      </p:bldGraphic>
      <p:bldGraphic spid="148" grpId="0">
        <p:bldSub>
          <a:bldDgm bld="one"/>
        </p:bldSub>
      </p:bldGraphic>
      <p:bldGraphic spid="148" grpId="1">
        <p:bldSub>
          <a:bldDgm bld="one"/>
        </p:bldSub>
      </p:bldGraphic>
      <p:bldGraphic spid="150" grpId="0">
        <p:bldSub>
          <a:bldDgm bld="one"/>
        </p:bldSub>
      </p:bldGraphic>
      <p:bldGraphic spid="150" grpId="1">
        <p:bldSub>
          <a:bldDgm bld="one"/>
        </p:bldSub>
      </p:bldGraphic>
      <p:bldGraphic spid="151" grpId="0">
        <p:bldSub>
          <a:bldDgm bld="one"/>
        </p:bldSub>
      </p:bldGraphic>
      <p:bldGraphic spid="151" grpId="1">
        <p:bldSub>
          <a:bldDgm bld="one"/>
        </p:bldSub>
      </p:bldGraphic>
      <p:bldGraphic spid="152" grpId="0">
        <p:bldSub>
          <a:bldDgm bld="one"/>
        </p:bldSub>
      </p:bldGraphic>
      <p:bldGraphic spid="152" grpId="1">
        <p:bldSub>
          <a:bldDgm bld="one"/>
        </p:bldSub>
      </p:bldGraphic>
      <p:bldGraphic spid="153" grpId="0">
        <p:bldSub>
          <a:bldDgm bld="one"/>
        </p:bldSub>
      </p:bldGraphic>
      <p:bldGraphic spid="153" grpId="1">
        <p:bldSub>
          <a:bldDgm bld="one"/>
        </p:bldSub>
      </p:bldGraphic>
      <p:bldGraphic spid="96" grpId="0">
        <p:bldSub>
          <a:bldDgm bld="one"/>
        </p:bldSub>
      </p:bldGraphic>
      <p:bldGraphic spid="96" grpId="1">
        <p:bldSub>
          <a:bldDgm bld="one"/>
        </p:bldSub>
      </p:bldGraphic>
      <p:bldGraphic spid="97" grpId="0">
        <p:bldSub>
          <a:bldDgm bld="one"/>
        </p:bldSub>
      </p:bldGraphic>
      <p:bldGraphic spid="97" grpId="1">
        <p:bldSub>
          <a:bldDgm bld="one"/>
        </p:bldSub>
      </p:bldGraphic>
      <p:bldGraphic spid="98" grpId="0">
        <p:bldSub>
          <a:bldDgm bld="one"/>
        </p:bldSub>
      </p:bldGraphic>
      <p:bldGraphic spid="98" grpId="1">
        <p:bldSub>
          <a:bldDgm bld="one"/>
        </p:bldSub>
      </p:bldGraphic>
      <p:bldGraphic spid="99" grpId="0">
        <p:bldSub>
          <a:bldDgm bld="one"/>
        </p:bldSub>
      </p:bldGraphic>
      <p:bldGraphic spid="99" grpId="1">
        <p:bldSub>
          <a:bldDgm bld="one"/>
        </p:bldSub>
      </p:bldGraphic>
      <p:bldGraphic spid="100" grpId="0">
        <p:bldSub>
          <a:bldDgm bld="one"/>
        </p:bldSub>
      </p:bldGraphic>
      <p:bldGraphic spid="100" grpId="1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7372</TotalTime>
  <Words>236</Words>
  <Application>Microsoft Office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Office Theme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Martinez Gonzalez, Sandra</dc:creator>
  <cp:lastModifiedBy>Diaz Maroto Marin, Tirso</cp:lastModifiedBy>
  <cp:revision>39</cp:revision>
  <dcterms:created xsi:type="dcterms:W3CDTF">2020-08-31T10:43:55Z</dcterms:created>
  <dcterms:modified xsi:type="dcterms:W3CDTF">2023-03-25T10:26:20Z</dcterms:modified>
</cp:coreProperties>
</file>