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/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5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4" custLinFactNeighborX="-1718" custLinFactNeighborY="664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7D3AE632-B6A6-4621-8CE2-2BF7528A454A}" type="presOf" srcId="{E731978B-F94B-47D7-AFDE-5668EE8523C9}" destId="{D3FAEA15-74EA-44F0-B324-8062485B62BB}" srcOrd="0" destOrd="0" presId="urn:microsoft.com/office/officeart/2005/8/layout/chevron1"/>
    <dgm:cxn modelId="{B4023F34-1758-4145-893F-044E6D16D52E}" srcId="{8BBD982B-F274-4BA3-8F19-028AA15117A4}" destId="{25761703-EE26-4CA8-B049-3F157889CE06}" srcOrd="2" destOrd="0" parTransId="{5EE1D751-E7E3-4E30-AC49-4C8227478F52}" sibTransId="{B74F6A51-714F-4AA7-B42B-E7F20847B954}"/>
    <dgm:cxn modelId="{2DC82537-E9D1-4FF0-9FBD-47E332890781}" type="presOf" srcId="{8BBD982B-F274-4BA3-8F19-028AA15117A4}" destId="{83BF0D0E-CEE2-4D71-A59A-24428141268C}" srcOrd="0" destOrd="0" presId="urn:microsoft.com/office/officeart/2005/8/layout/chevron1"/>
    <dgm:cxn modelId="{6F7AC44D-BD22-409D-9694-72698EECD507}" type="presOf" srcId="{964A18CD-1B5D-4A7E-B182-2927E17348E0}" destId="{43FF70E3-3B35-4DF9-A907-606680DFC178}" srcOrd="0" destOrd="0" presId="urn:microsoft.com/office/officeart/2005/8/layout/chevron1"/>
    <dgm:cxn modelId="{114EF855-90FD-41C3-9E4B-40A950A1AE09}" type="presOf" srcId="{7BF07599-40A3-43F8-B74C-B9C9D197B9C8}" destId="{372AB35D-7F85-4F08-9397-AA61FB00442A}" srcOrd="0" destOrd="0" presId="urn:microsoft.com/office/officeart/2005/8/layout/chevron1"/>
    <dgm:cxn modelId="{795B04A3-AE51-4635-B732-B543A1F112B0}" type="presOf" srcId="{25761703-EE26-4CA8-B049-3F157889CE06}" destId="{40E75915-E9B1-4ABD-839B-3CFD5E25D23D}" srcOrd="0" destOrd="0" presId="urn:microsoft.com/office/officeart/2005/8/layout/chevron1"/>
    <dgm:cxn modelId="{4F7CA4AE-94FE-4378-A583-281ED01F3A26}" srcId="{8BBD982B-F274-4BA3-8F19-028AA15117A4}" destId="{E731978B-F94B-47D7-AFDE-5668EE8523C9}" srcOrd="3" destOrd="0" parTransId="{347D0D83-196D-4ACE-95D8-CD164212347B}" sibTransId="{EE1B103E-6B40-4F05-8FE6-0D6F6D6931A3}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1" destOrd="0" parTransId="{90C13AAE-4246-46D9-9B6E-D27D7FCA92D1}" sibTransId="{63F601AF-EA35-4E0A-A9D9-C60ACFB6BC55}"/>
    <dgm:cxn modelId="{2B7CE074-24B7-4A8C-A857-FF9B4E59B191}" type="presParOf" srcId="{83BF0D0E-CEE2-4D71-A59A-24428141268C}" destId="{372AB35D-7F85-4F08-9397-AA61FB00442A}" srcOrd="0" destOrd="0" presId="urn:microsoft.com/office/officeart/2005/8/layout/chevron1"/>
    <dgm:cxn modelId="{C2D37729-BC8B-4C95-95F2-53B3E137396C}" type="presParOf" srcId="{83BF0D0E-CEE2-4D71-A59A-24428141268C}" destId="{1F777585-BE73-4FF0-B2F3-AF881F23F55D}" srcOrd="1" destOrd="0" presId="urn:microsoft.com/office/officeart/2005/8/layout/chevron1"/>
    <dgm:cxn modelId="{935219A2-AB19-4AB9-9F9C-D76BEFE63A6D}" type="presParOf" srcId="{83BF0D0E-CEE2-4D71-A59A-24428141268C}" destId="{43FF70E3-3B35-4DF9-A907-606680DFC178}" srcOrd="2" destOrd="0" presId="urn:microsoft.com/office/officeart/2005/8/layout/chevron1"/>
    <dgm:cxn modelId="{79F21B6A-CA02-4E64-9294-F34562F1811C}" type="presParOf" srcId="{83BF0D0E-CEE2-4D71-A59A-24428141268C}" destId="{9A80ACDF-AC15-4B39-99F9-7A6A02E1B5CD}" srcOrd="3" destOrd="0" presId="urn:microsoft.com/office/officeart/2005/8/layout/chevron1"/>
    <dgm:cxn modelId="{2A650AEE-9511-4757-8653-2E64012F3E80}" type="presParOf" srcId="{83BF0D0E-CEE2-4D71-A59A-24428141268C}" destId="{40E75915-E9B1-4ABD-839B-3CFD5E25D23D}" srcOrd="4" destOrd="0" presId="urn:microsoft.com/office/officeart/2005/8/layout/chevron1"/>
    <dgm:cxn modelId="{ACBBFA2B-5044-42D6-A84F-466B98A40338}" type="presParOf" srcId="{83BF0D0E-CEE2-4D71-A59A-24428141268C}" destId="{3AD7AFE4-5A8A-4232-8024-F2443FC198F5}" srcOrd="5" destOrd="0" presId="urn:microsoft.com/office/officeart/2005/8/layout/chevron1"/>
    <dgm:cxn modelId="{D78649FD-15D3-4376-A1AA-AD0C5771590C}" type="presParOf" srcId="{83BF0D0E-CEE2-4D71-A59A-24428141268C}" destId="{D3FAEA15-74EA-44F0-B324-8062485B62BB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0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35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800" dirty="0"/>
            <a:t> </a:t>
          </a:r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45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30FF3333-7EEF-4C0A-A99B-86F76F198A53}" type="presOf" srcId="{8BBD982B-F274-4BA3-8F19-028AA15117A4}" destId="{83BF0D0E-CEE2-4D71-A59A-24428141268C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0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55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>
        <a:solidFill>
          <a:schemeClr val="bg2"/>
        </a:solidFill>
      </dgm:spPr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0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5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BBD982B-F274-4BA3-8F19-028AA15117A4}" type="doc">
      <dgm:prSet loTypeId="urn:microsoft.com/office/officeart/2005/8/layout/chevron1" loCatId="process" qsTypeId="urn:microsoft.com/office/officeart/2005/8/quickstyle/3d2#2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7BF07599-40A3-43F8-B74C-B9C9D197B9C8}">
      <dgm:prSet phldrT="[Text]" custT="1"/>
      <dgm:spPr/>
      <dgm:t>
        <a:bodyPr/>
        <a:lstStyle/>
        <a:p>
          <a:endParaRPr lang="en-US" sz="2800" dirty="0"/>
        </a:p>
      </dgm:t>
    </dgm:pt>
    <dgm:pt modelId="{05A33227-C3A2-40A7-900E-1D070E545DAC}" type="parTrans" cxnId="{B0DAC2FD-EDA1-441B-A845-0C1964D6B924}">
      <dgm:prSet/>
      <dgm:spPr/>
      <dgm:t>
        <a:bodyPr/>
        <a:lstStyle/>
        <a:p>
          <a:endParaRPr lang="en-US" sz="2800"/>
        </a:p>
      </dgm:t>
    </dgm:pt>
    <dgm:pt modelId="{347A4B58-92E3-49B2-BBF5-15BF5A0F478B}" type="sibTrans" cxnId="{B0DAC2FD-EDA1-441B-A845-0C1964D6B924}">
      <dgm:prSet/>
      <dgm:spPr/>
      <dgm:t>
        <a:bodyPr/>
        <a:lstStyle/>
        <a:p>
          <a:endParaRPr lang="en-US" sz="2800"/>
        </a:p>
      </dgm:t>
    </dgm:pt>
    <dgm:pt modelId="{964A18CD-1B5D-4A7E-B182-2927E17348E0}">
      <dgm:prSet phldrT="[Text]" custT="1"/>
      <dgm:spPr/>
      <dgm:t>
        <a:bodyPr/>
        <a:lstStyle/>
        <a:p>
          <a:endParaRPr lang="en-US" sz="2800" dirty="0"/>
        </a:p>
      </dgm:t>
    </dgm:pt>
    <dgm:pt modelId="{90C13AAE-4246-46D9-9B6E-D27D7FCA92D1}" type="parTrans" cxnId="{57D1E1FE-AB13-4507-B39B-15BDE576AB21}">
      <dgm:prSet/>
      <dgm:spPr/>
      <dgm:t>
        <a:bodyPr/>
        <a:lstStyle/>
        <a:p>
          <a:endParaRPr lang="en-US" sz="2800"/>
        </a:p>
      </dgm:t>
    </dgm:pt>
    <dgm:pt modelId="{63F601AF-EA35-4E0A-A9D9-C60ACFB6BC55}" type="sibTrans" cxnId="{57D1E1FE-AB13-4507-B39B-15BDE576AB21}">
      <dgm:prSet/>
      <dgm:spPr/>
      <dgm:t>
        <a:bodyPr/>
        <a:lstStyle/>
        <a:p>
          <a:endParaRPr lang="en-US" sz="2800"/>
        </a:p>
      </dgm:t>
    </dgm:pt>
    <dgm:pt modelId="{25761703-EE26-4CA8-B049-3F157889CE06}">
      <dgm:prSet phldrT="[Text]" custT="1"/>
      <dgm:spPr>
        <a:solidFill>
          <a:schemeClr val="bg1">
            <a:lumMod val="95000"/>
          </a:schemeClr>
        </a:solidFill>
      </dgm:spPr>
      <dgm:t>
        <a:bodyPr/>
        <a:lstStyle/>
        <a:p>
          <a:r>
            <a:rPr lang="en-US" sz="2800" dirty="0"/>
            <a:t> </a:t>
          </a:r>
        </a:p>
      </dgm:t>
    </dgm:pt>
    <dgm:pt modelId="{B74F6A51-714F-4AA7-B42B-E7F20847B954}" type="sibTrans" cxnId="{B4023F34-1758-4145-893F-044E6D16D52E}">
      <dgm:prSet/>
      <dgm:spPr/>
      <dgm:t>
        <a:bodyPr/>
        <a:lstStyle/>
        <a:p>
          <a:endParaRPr lang="en-US" sz="2800"/>
        </a:p>
      </dgm:t>
    </dgm:pt>
    <dgm:pt modelId="{5EE1D751-E7E3-4E30-AC49-4C8227478F52}" type="parTrans" cxnId="{B4023F34-1758-4145-893F-044E6D16D52E}">
      <dgm:prSet/>
      <dgm:spPr/>
      <dgm:t>
        <a:bodyPr/>
        <a:lstStyle/>
        <a:p>
          <a:endParaRPr lang="en-US" sz="2800"/>
        </a:p>
      </dgm:t>
    </dgm:pt>
    <dgm:pt modelId="{E731978B-F94B-47D7-AFDE-5668EE8523C9}">
      <dgm:prSet custT="1"/>
      <dgm:spPr>
        <a:solidFill>
          <a:schemeClr val="bg2"/>
        </a:solidFill>
      </dgm:spPr>
      <dgm:t>
        <a:bodyPr/>
        <a:lstStyle/>
        <a:p>
          <a:endParaRPr lang="en-US" sz="2800" dirty="0"/>
        </a:p>
      </dgm:t>
    </dgm:pt>
    <dgm:pt modelId="{EE1B103E-6B40-4F05-8FE6-0D6F6D6931A3}" type="sibTrans" cxnId="{4F7CA4AE-94FE-4378-A583-281ED01F3A26}">
      <dgm:prSet/>
      <dgm:spPr/>
      <dgm:t>
        <a:bodyPr/>
        <a:lstStyle/>
        <a:p>
          <a:endParaRPr lang="en-US" sz="2800"/>
        </a:p>
      </dgm:t>
    </dgm:pt>
    <dgm:pt modelId="{347D0D83-196D-4ACE-95D8-CD164212347B}" type="parTrans" cxnId="{4F7CA4AE-94FE-4378-A583-281ED01F3A26}">
      <dgm:prSet/>
      <dgm:spPr/>
      <dgm:t>
        <a:bodyPr/>
        <a:lstStyle/>
        <a:p>
          <a:endParaRPr lang="en-US" sz="2800"/>
        </a:p>
      </dgm:t>
    </dgm:pt>
    <dgm:pt modelId="{DA101821-8A9E-40CF-9B94-0ACCA046DE51}">
      <dgm:prSet phldrT="[Text]"/>
      <dgm:spPr/>
      <dgm:t>
        <a:bodyPr/>
        <a:lstStyle/>
        <a:p>
          <a:endParaRPr lang="en-US" dirty="0"/>
        </a:p>
      </dgm:t>
    </dgm:pt>
    <dgm:pt modelId="{BA36C602-AA56-4852-B3B3-7E841DA662D7}" type="parTrans" cxnId="{388BF244-2A2C-496D-A6CB-06AF8A0D5985}">
      <dgm:prSet/>
      <dgm:spPr/>
      <dgm:t>
        <a:bodyPr/>
        <a:lstStyle/>
        <a:p>
          <a:endParaRPr lang="es-ES"/>
        </a:p>
      </dgm:t>
    </dgm:pt>
    <dgm:pt modelId="{AF137863-A30B-44A2-93C4-AE40CCD6CB29}" type="sibTrans" cxnId="{388BF244-2A2C-496D-A6CB-06AF8A0D5985}">
      <dgm:prSet/>
      <dgm:spPr/>
      <dgm:t>
        <a:bodyPr/>
        <a:lstStyle/>
        <a:p>
          <a:endParaRPr lang="es-ES"/>
        </a:p>
      </dgm:t>
    </dgm:pt>
    <dgm:pt modelId="{9691B443-0F04-4C45-ADE4-4493A247EB75}">
      <dgm:prSet phldrT="[Text]"/>
      <dgm:spPr/>
      <dgm:t>
        <a:bodyPr/>
        <a:lstStyle/>
        <a:p>
          <a:endParaRPr lang="en-US" dirty="0"/>
        </a:p>
      </dgm:t>
    </dgm:pt>
    <dgm:pt modelId="{4E35A004-C8A6-40FC-9FA5-24B5EDD1F661}" type="parTrans" cxnId="{E834E01F-F3FA-4148-A2C1-4BA126B61697}">
      <dgm:prSet/>
      <dgm:spPr/>
      <dgm:t>
        <a:bodyPr/>
        <a:lstStyle/>
        <a:p>
          <a:endParaRPr lang="es-ES"/>
        </a:p>
      </dgm:t>
    </dgm:pt>
    <dgm:pt modelId="{37E19AD3-B47F-4358-9C2F-091AF32EBE4A}" type="sibTrans" cxnId="{E834E01F-F3FA-4148-A2C1-4BA126B61697}">
      <dgm:prSet/>
      <dgm:spPr/>
      <dgm:t>
        <a:bodyPr/>
        <a:lstStyle/>
        <a:p>
          <a:endParaRPr lang="es-ES"/>
        </a:p>
      </dgm:t>
    </dgm:pt>
    <dgm:pt modelId="{83BF0D0E-CEE2-4D71-A59A-24428141268C}" type="pres">
      <dgm:prSet presAssocID="{8BBD982B-F274-4BA3-8F19-028AA15117A4}" presName="Name0" presStyleCnt="0">
        <dgm:presLayoutVars>
          <dgm:dir/>
          <dgm:animLvl val="lvl"/>
          <dgm:resizeHandles val="exact"/>
        </dgm:presLayoutVars>
      </dgm:prSet>
      <dgm:spPr/>
    </dgm:pt>
    <dgm:pt modelId="{372AB35D-7F85-4F08-9397-AA61FB00442A}" type="pres">
      <dgm:prSet presAssocID="{7BF07599-40A3-43F8-B74C-B9C9D197B9C8}" presName="parTxOnly" presStyleLbl="node1" presStyleIdx="0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1F777585-BE73-4FF0-B2F3-AF881F23F55D}" type="pres">
      <dgm:prSet presAssocID="{347A4B58-92E3-49B2-BBF5-15BF5A0F478B}" presName="parTxOnlySpace" presStyleCnt="0"/>
      <dgm:spPr/>
    </dgm:pt>
    <dgm:pt modelId="{5E4E193D-D5F0-4EDA-AE2B-3E728F60A345}" type="pres">
      <dgm:prSet presAssocID="{DA101821-8A9E-40CF-9B94-0ACCA046DE51}" presName="parTxOnly" presStyleLbl="node1" presStyleIdx="1" presStyleCnt="6" custLinFactNeighborX="-21721">
        <dgm:presLayoutVars>
          <dgm:chMax val="0"/>
          <dgm:chPref val="0"/>
          <dgm:bulletEnabled val="1"/>
        </dgm:presLayoutVars>
      </dgm:prSet>
      <dgm:spPr/>
    </dgm:pt>
    <dgm:pt modelId="{EA6DD0AF-795E-49EE-BFC2-27526BFB6859}" type="pres">
      <dgm:prSet presAssocID="{AF137863-A30B-44A2-93C4-AE40CCD6CB29}" presName="parTxOnlySpace" presStyleCnt="0"/>
      <dgm:spPr/>
    </dgm:pt>
    <dgm:pt modelId="{43FF70E3-3B35-4DF9-A907-606680DFC178}" type="pres">
      <dgm:prSet presAssocID="{964A18CD-1B5D-4A7E-B182-2927E17348E0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9A80ACDF-AC15-4B39-99F9-7A6A02E1B5CD}" type="pres">
      <dgm:prSet presAssocID="{63F601AF-EA35-4E0A-A9D9-C60ACFB6BC55}" presName="parTxOnlySpace" presStyleCnt="0"/>
      <dgm:spPr/>
    </dgm:pt>
    <dgm:pt modelId="{C90AAD61-4C6B-4818-8159-07E9CD972F60}" type="pres">
      <dgm:prSet presAssocID="{9691B443-0F04-4C45-ADE4-4493A247EB75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8F375062-ADD2-43CA-B431-095BF47B36FC}" type="pres">
      <dgm:prSet presAssocID="{37E19AD3-B47F-4358-9C2F-091AF32EBE4A}" presName="parTxOnlySpace" presStyleCnt="0"/>
      <dgm:spPr/>
    </dgm:pt>
    <dgm:pt modelId="{40E75915-E9B1-4ABD-839B-3CFD5E25D23D}" type="pres">
      <dgm:prSet presAssocID="{25761703-EE26-4CA8-B049-3F157889CE0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3AD7AFE4-5A8A-4232-8024-F2443FC198F5}" type="pres">
      <dgm:prSet presAssocID="{B74F6A51-714F-4AA7-B42B-E7F20847B954}" presName="parTxOnlySpace" presStyleCnt="0"/>
      <dgm:spPr/>
    </dgm:pt>
    <dgm:pt modelId="{D3FAEA15-74EA-44F0-B324-8062485B62BB}" type="pres">
      <dgm:prSet presAssocID="{E731978B-F94B-47D7-AFDE-5668EE8523C9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834E01F-F3FA-4148-A2C1-4BA126B61697}" srcId="{8BBD982B-F274-4BA3-8F19-028AA15117A4}" destId="{9691B443-0F04-4C45-ADE4-4493A247EB75}" srcOrd="3" destOrd="0" parTransId="{4E35A004-C8A6-40FC-9FA5-24B5EDD1F661}" sibTransId="{37E19AD3-B47F-4358-9C2F-091AF32EBE4A}"/>
    <dgm:cxn modelId="{30FF3333-7EEF-4C0A-A99B-86F76F198A53}" type="presOf" srcId="{8BBD982B-F274-4BA3-8F19-028AA15117A4}" destId="{83BF0D0E-CEE2-4D71-A59A-24428141268C}" srcOrd="0" destOrd="0" presId="urn:microsoft.com/office/officeart/2005/8/layout/chevron1"/>
    <dgm:cxn modelId="{B4023F34-1758-4145-893F-044E6D16D52E}" srcId="{8BBD982B-F274-4BA3-8F19-028AA15117A4}" destId="{25761703-EE26-4CA8-B049-3F157889CE06}" srcOrd="4" destOrd="0" parTransId="{5EE1D751-E7E3-4E30-AC49-4C8227478F52}" sibTransId="{B74F6A51-714F-4AA7-B42B-E7F20847B954}"/>
    <dgm:cxn modelId="{53BC5260-4764-4A2C-8824-08F0851A70EA}" type="presOf" srcId="{964A18CD-1B5D-4A7E-B182-2927E17348E0}" destId="{43FF70E3-3B35-4DF9-A907-606680DFC178}" srcOrd="0" destOrd="0" presId="urn:microsoft.com/office/officeart/2005/8/layout/chevron1"/>
    <dgm:cxn modelId="{388BF244-2A2C-496D-A6CB-06AF8A0D5985}" srcId="{8BBD982B-F274-4BA3-8F19-028AA15117A4}" destId="{DA101821-8A9E-40CF-9B94-0ACCA046DE51}" srcOrd="1" destOrd="0" parTransId="{BA36C602-AA56-4852-B3B3-7E841DA662D7}" sibTransId="{AF137863-A30B-44A2-93C4-AE40CCD6CB29}"/>
    <dgm:cxn modelId="{4F7CA4AE-94FE-4378-A583-281ED01F3A26}" srcId="{8BBD982B-F274-4BA3-8F19-028AA15117A4}" destId="{E731978B-F94B-47D7-AFDE-5668EE8523C9}" srcOrd="5" destOrd="0" parTransId="{347D0D83-196D-4ACE-95D8-CD164212347B}" sibTransId="{EE1B103E-6B40-4F05-8FE6-0D6F6D6931A3}"/>
    <dgm:cxn modelId="{AEB2B6B1-2BD3-4DBC-97EE-9A23F4031967}" type="presOf" srcId="{25761703-EE26-4CA8-B049-3F157889CE06}" destId="{40E75915-E9B1-4ABD-839B-3CFD5E25D23D}" srcOrd="0" destOrd="0" presId="urn:microsoft.com/office/officeart/2005/8/layout/chevron1"/>
    <dgm:cxn modelId="{91E79BBC-141C-461C-B408-B422489DCBCA}" type="presOf" srcId="{7BF07599-40A3-43F8-B74C-B9C9D197B9C8}" destId="{372AB35D-7F85-4F08-9397-AA61FB00442A}" srcOrd="0" destOrd="0" presId="urn:microsoft.com/office/officeart/2005/8/layout/chevron1"/>
    <dgm:cxn modelId="{09B315BE-AFEE-4C27-A37A-7D3B85BB66A5}" type="presOf" srcId="{E731978B-F94B-47D7-AFDE-5668EE8523C9}" destId="{D3FAEA15-74EA-44F0-B324-8062485B62BB}" srcOrd="0" destOrd="0" presId="urn:microsoft.com/office/officeart/2005/8/layout/chevron1"/>
    <dgm:cxn modelId="{C49B0BDD-0615-4957-B973-68D53F4FC79F}" type="presOf" srcId="{DA101821-8A9E-40CF-9B94-0ACCA046DE51}" destId="{5E4E193D-D5F0-4EDA-AE2B-3E728F60A345}" srcOrd="0" destOrd="0" presId="urn:microsoft.com/office/officeart/2005/8/layout/chevron1"/>
    <dgm:cxn modelId="{BC8D77EB-6A00-4D1B-A489-B5D4FFEF3D56}" type="presOf" srcId="{9691B443-0F04-4C45-ADE4-4493A247EB75}" destId="{C90AAD61-4C6B-4818-8159-07E9CD972F60}" srcOrd="0" destOrd="0" presId="urn:microsoft.com/office/officeart/2005/8/layout/chevron1"/>
    <dgm:cxn modelId="{B0DAC2FD-EDA1-441B-A845-0C1964D6B924}" srcId="{8BBD982B-F274-4BA3-8F19-028AA15117A4}" destId="{7BF07599-40A3-43F8-B74C-B9C9D197B9C8}" srcOrd="0" destOrd="0" parTransId="{05A33227-C3A2-40A7-900E-1D070E545DAC}" sibTransId="{347A4B58-92E3-49B2-BBF5-15BF5A0F478B}"/>
    <dgm:cxn modelId="{57D1E1FE-AB13-4507-B39B-15BDE576AB21}" srcId="{8BBD982B-F274-4BA3-8F19-028AA15117A4}" destId="{964A18CD-1B5D-4A7E-B182-2927E17348E0}" srcOrd="2" destOrd="0" parTransId="{90C13AAE-4246-46D9-9B6E-D27D7FCA92D1}" sibTransId="{63F601AF-EA35-4E0A-A9D9-C60ACFB6BC55}"/>
    <dgm:cxn modelId="{34803527-DFBF-4784-B245-4A8B73D8CF86}" type="presParOf" srcId="{83BF0D0E-CEE2-4D71-A59A-24428141268C}" destId="{372AB35D-7F85-4F08-9397-AA61FB00442A}" srcOrd="0" destOrd="0" presId="urn:microsoft.com/office/officeart/2005/8/layout/chevron1"/>
    <dgm:cxn modelId="{ED8A0641-6533-4CC7-B52D-180C270574EF}" type="presParOf" srcId="{83BF0D0E-CEE2-4D71-A59A-24428141268C}" destId="{1F777585-BE73-4FF0-B2F3-AF881F23F55D}" srcOrd="1" destOrd="0" presId="urn:microsoft.com/office/officeart/2005/8/layout/chevron1"/>
    <dgm:cxn modelId="{B45DE982-4632-4D80-8AFB-873607B72A9D}" type="presParOf" srcId="{83BF0D0E-CEE2-4D71-A59A-24428141268C}" destId="{5E4E193D-D5F0-4EDA-AE2B-3E728F60A345}" srcOrd="2" destOrd="0" presId="urn:microsoft.com/office/officeart/2005/8/layout/chevron1"/>
    <dgm:cxn modelId="{A549CB8E-E265-45A6-923D-84A772541573}" type="presParOf" srcId="{83BF0D0E-CEE2-4D71-A59A-24428141268C}" destId="{EA6DD0AF-795E-49EE-BFC2-27526BFB6859}" srcOrd="3" destOrd="0" presId="urn:microsoft.com/office/officeart/2005/8/layout/chevron1"/>
    <dgm:cxn modelId="{D8FF6703-4B2B-4629-A16E-BAB3C74CB96D}" type="presParOf" srcId="{83BF0D0E-CEE2-4D71-A59A-24428141268C}" destId="{43FF70E3-3B35-4DF9-A907-606680DFC178}" srcOrd="4" destOrd="0" presId="urn:microsoft.com/office/officeart/2005/8/layout/chevron1"/>
    <dgm:cxn modelId="{1D131662-C782-4D4B-8985-B72D9AE6D6CC}" type="presParOf" srcId="{83BF0D0E-CEE2-4D71-A59A-24428141268C}" destId="{9A80ACDF-AC15-4B39-99F9-7A6A02E1B5CD}" srcOrd="5" destOrd="0" presId="urn:microsoft.com/office/officeart/2005/8/layout/chevron1"/>
    <dgm:cxn modelId="{0FCBA716-C092-4111-B47E-076789F53D0E}" type="presParOf" srcId="{83BF0D0E-CEE2-4D71-A59A-24428141268C}" destId="{C90AAD61-4C6B-4818-8159-07E9CD972F60}" srcOrd="6" destOrd="0" presId="urn:microsoft.com/office/officeart/2005/8/layout/chevron1"/>
    <dgm:cxn modelId="{E3B14D39-36AC-4D57-BC2B-C9B182F937E9}" type="presParOf" srcId="{83BF0D0E-CEE2-4D71-A59A-24428141268C}" destId="{8F375062-ADD2-43CA-B431-095BF47B36FC}" srcOrd="7" destOrd="0" presId="urn:microsoft.com/office/officeart/2005/8/layout/chevron1"/>
    <dgm:cxn modelId="{AFA80205-0AE0-4213-A638-4BC6D31F1994}" type="presParOf" srcId="{83BF0D0E-CEE2-4D71-A59A-24428141268C}" destId="{40E75915-E9B1-4ABD-839B-3CFD5E25D23D}" srcOrd="8" destOrd="0" presId="urn:microsoft.com/office/officeart/2005/8/layout/chevron1"/>
    <dgm:cxn modelId="{68600A98-5BD7-448E-9046-A5499AC91ECD}" type="presParOf" srcId="{83BF0D0E-CEE2-4D71-A59A-24428141268C}" destId="{3AD7AFE4-5A8A-4232-8024-F2443FC198F5}" srcOrd="9" destOrd="0" presId="urn:microsoft.com/office/officeart/2005/8/layout/chevron1"/>
    <dgm:cxn modelId="{04D2239A-D420-4057-8BDC-CACF2E76684A}" type="presParOf" srcId="{83BF0D0E-CEE2-4D71-A59A-24428141268C}" destId="{D3FAEA15-74EA-44F0-B324-8062485B62BB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26982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564" y="26982"/>
        <a:ext cx="256692" cy="171128"/>
      </dsp:txXfrm>
    </dsp:sp>
    <dsp:sp modelId="{43FF70E3-3B35-4DF9-A907-606680DFC178}">
      <dsp:nvSpPr>
        <dsp:cNvPr id="0" name=""/>
        <dsp:cNvSpPr/>
      </dsp:nvSpPr>
      <dsp:spPr>
        <a:xfrm>
          <a:off x="385773" y="25845"/>
          <a:ext cx="427820" cy="171128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471337" y="25845"/>
        <a:ext cx="256692" cy="171128"/>
      </dsp:txXfrm>
    </dsp:sp>
    <dsp:sp modelId="{40E75915-E9B1-4ABD-839B-3CFD5E25D23D}">
      <dsp:nvSpPr>
        <dsp:cNvPr id="0" name=""/>
        <dsp:cNvSpPr/>
      </dsp:nvSpPr>
      <dsp:spPr>
        <a:xfrm>
          <a:off x="770811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856375" y="25845"/>
        <a:ext cx="256692" cy="171128"/>
      </dsp:txXfrm>
    </dsp:sp>
    <dsp:sp modelId="{D3FAEA15-74EA-44F0-B324-8062485B62BB}">
      <dsp:nvSpPr>
        <dsp:cNvPr id="0" name=""/>
        <dsp:cNvSpPr/>
      </dsp:nvSpPr>
      <dsp:spPr>
        <a:xfrm>
          <a:off x="1155849" y="25845"/>
          <a:ext cx="427820" cy="171128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241413" y="25845"/>
        <a:ext cx="256692" cy="17112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</a:t>
          </a:r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2AB35D-7F85-4F08-9397-AA61FB00442A}">
      <dsp:nvSpPr>
        <dsp:cNvPr id="0" name=""/>
        <dsp:cNvSpPr/>
      </dsp:nvSpPr>
      <dsp:spPr>
        <a:xfrm>
          <a:off x="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20" y="56712"/>
        <a:ext cx="172559" cy="115039"/>
      </dsp:txXfrm>
    </dsp:sp>
    <dsp:sp modelId="{5E4E193D-D5F0-4EDA-AE2B-3E728F60A345}">
      <dsp:nvSpPr>
        <dsp:cNvPr id="0" name=""/>
        <dsp:cNvSpPr/>
      </dsp:nvSpPr>
      <dsp:spPr>
        <a:xfrm>
          <a:off x="253365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310885" y="56712"/>
        <a:ext cx="172559" cy="115039"/>
      </dsp:txXfrm>
    </dsp:sp>
    <dsp:sp modelId="{43FF70E3-3B35-4DF9-A907-606680DFC178}">
      <dsp:nvSpPr>
        <dsp:cNvPr id="0" name=""/>
        <dsp:cNvSpPr/>
      </dsp:nvSpPr>
      <dsp:spPr>
        <a:xfrm>
          <a:off x="518450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575970" y="56712"/>
        <a:ext cx="172559" cy="115039"/>
      </dsp:txXfrm>
    </dsp:sp>
    <dsp:sp modelId="{C90AAD61-4C6B-4818-8159-07E9CD972F60}">
      <dsp:nvSpPr>
        <dsp:cNvPr id="0" name=""/>
        <dsp:cNvSpPr/>
      </dsp:nvSpPr>
      <dsp:spPr>
        <a:xfrm>
          <a:off x="777289" y="56712"/>
          <a:ext cx="287598" cy="115039"/>
        </a:xfrm>
        <a:prstGeom prst="chevron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003" tIns="8001" rIns="8001" bIns="8001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 dirty="0"/>
        </a:p>
      </dsp:txBody>
      <dsp:txXfrm>
        <a:off x="834809" y="56712"/>
        <a:ext cx="172559" cy="115039"/>
      </dsp:txXfrm>
    </dsp:sp>
    <dsp:sp modelId="{40E75915-E9B1-4ABD-839B-3CFD5E25D23D}">
      <dsp:nvSpPr>
        <dsp:cNvPr id="0" name=""/>
        <dsp:cNvSpPr/>
      </dsp:nvSpPr>
      <dsp:spPr>
        <a:xfrm>
          <a:off x="1036128" y="56712"/>
          <a:ext cx="287598" cy="115039"/>
        </a:xfrm>
        <a:prstGeom prst="chevron">
          <a:avLst/>
        </a:prstGeom>
        <a:solidFill>
          <a:schemeClr val="bg1">
            <a:lumMod val="9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 </a:t>
          </a:r>
        </a:p>
      </dsp:txBody>
      <dsp:txXfrm>
        <a:off x="1093648" y="56712"/>
        <a:ext cx="172559" cy="115039"/>
      </dsp:txXfrm>
    </dsp:sp>
    <dsp:sp modelId="{D3FAEA15-74EA-44F0-B324-8062485B62BB}">
      <dsp:nvSpPr>
        <dsp:cNvPr id="0" name=""/>
        <dsp:cNvSpPr/>
      </dsp:nvSpPr>
      <dsp:spPr>
        <a:xfrm>
          <a:off x="1294967" y="56712"/>
          <a:ext cx="287598" cy="115039"/>
        </a:xfrm>
        <a:prstGeom prst="chevron">
          <a:avLst/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014" tIns="37338" rIns="37338" bIns="37338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 dirty="0"/>
        </a:p>
      </dsp:txBody>
      <dsp:txXfrm>
        <a:off x="1352487" y="56712"/>
        <a:ext cx="172559" cy="1150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2#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597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3837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1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136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7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9749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4040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209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393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05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975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2CFA2-45AC-4274-B83A-052EEF479741}" type="datetimeFigureOut">
              <a:rPr lang="es-ES" smtClean="0"/>
              <a:t>25/03/2023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D954B-D984-4449-ACA9-80F09BB708EF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7384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diagramQuickStyle" Target="../diagrams/quickStyle1.xml"/><Relationship Id="rId18" Type="http://schemas.openxmlformats.org/officeDocument/2006/relationships/diagramQuickStyle" Target="../diagrams/quickStyle2.xml"/><Relationship Id="rId26" Type="http://schemas.openxmlformats.org/officeDocument/2006/relationships/diagramData" Target="../diagrams/data4.xml"/><Relationship Id="rId39" Type="http://schemas.openxmlformats.org/officeDocument/2006/relationships/diagramColors" Target="../diagrams/colors6.xml"/><Relationship Id="rId21" Type="http://schemas.openxmlformats.org/officeDocument/2006/relationships/diagramData" Target="../diagrams/data3.xml"/><Relationship Id="rId34" Type="http://schemas.openxmlformats.org/officeDocument/2006/relationships/diagramColors" Target="../diagrams/colors5.xml"/><Relationship Id="rId42" Type="http://schemas.openxmlformats.org/officeDocument/2006/relationships/diagramLayout" Target="../diagrams/layout7.xml"/><Relationship Id="rId47" Type="http://schemas.openxmlformats.org/officeDocument/2006/relationships/diagramLayout" Target="../diagrams/layout8.xml"/><Relationship Id="rId50" Type="http://schemas.microsoft.com/office/2007/relationships/diagramDrawing" Target="../diagrams/drawing8.xml"/><Relationship Id="rId55" Type="http://schemas.microsoft.com/office/2007/relationships/diagramDrawing" Target="../diagrams/drawing9.xml"/><Relationship Id="rId63" Type="http://schemas.openxmlformats.org/officeDocument/2006/relationships/diagramQuickStyle" Target="../diagrams/quickStyle11.xml"/><Relationship Id="rId68" Type="http://schemas.openxmlformats.org/officeDocument/2006/relationships/diagramQuickStyle" Target="../diagrams/quickStyle12.xml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diagramData" Target="../diagrams/data2.xml"/><Relationship Id="rId29" Type="http://schemas.openxmlformats.org/officeDocument/2006/relationships/diagramColors" Target="../diagrams/colors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diagramData" Target="../diagrams/data1.xml"/><Relationship Id="rId24" Type="http://schemas.openxmlformats.org/officeDocument/2006/relationships/diagramColors" Target="../diagrams/colors3.xml"/><Relationship Id="rId32" Type="http://schemas.openxmlformats.org/officeDocument/2006/relationships/diagramLayout" Target="../diagrams/layout5.xml"/><Relationship Id="rId37" Type="http://schemas.openxmlformats.org/officeDocument/2006/relationships/diagramLayout" Target="../diagrams/layout6.xml"/><Relationship Id="rId40" Type="http://schemas.microsoft.com/office/2007/relationships/diagramDrawing" Target="../diagrams/drawing6.xml"/><Relationship Id="rId45" Type="http://schemas.microsoft.com/office/2007/relationships/diagramDrawing" Target="../diagrams/drawing7.xml"/><Relationship Id="rId53" Type="http://schemas.openxmlformats.org/officeDocument/2006/relationships/diagramQuickStyle" Target="../diagrams/quickStyle9.xml"/><Relationship Id="rId58" Type="http://schemas.openxmlformats.org/officeDocument/2006/relationships/diagramQuickStyle" Target="../diagrams/quickStyle10.xml"/><Relationship Id="rId66" Type="http://schemas.openxmlformats.org/officeDocument/2006/relationships/diagramData" Target="../diagrams/data12.xml"/><Relationship Id="rId5" Type="http://schemas.openxmlformats.org/officeDocument/2006/relationships/image" Target="../media/image4.png"/><Relationship Id="rId15" Type="http://schemas.microsoft.com/office/2007/relationships/diagramDrawing" Target="../diagrams/drawing1.xml"/><Relationship Id="rId23" Type="http://schemas.openxmlformats.org/officeDocument/2006/relationships/diagramQuickStyle" Target="../diagrams/quickStyle3.xml"/><Relationship Id="rId28" Type="http://schemas.openxmlformats.org/officeDocument/2006/relationships/diagramQuickStyle" Target="../diagrams/quickStyle4.xml"/><Relationship Id="rId36" Type="http://schemas.openxmlformats.org/officeDocument/2006/relationships/diagramData" Target="../diagrams/data6.xml"/><Relationship Id="rId49" Type="http://schemas.openxmlformats.org/officeDocument/2006/relationships/diagramColors" Target="../diagrams/colors8.xml"/><Relationship Id="rId57" Type="http://schemas.openxmlformats.org/officeDocument/2006/relationships/diagramLayout" Target="../diagrams/layout10.xml"/><Relationship Id="rId61" Type="http://schemas.openxmlformats.org/officeDocument/2006/relationships/diagramData" Target="../diagrams/data11.xml"/><Relationship Id="rId10" Type="http://schemas.openxmlformats.org/officeDocument/2006/relationships/image" Target="../media/image9.svg"/><Relationship Id="rId19" Type="http://schemas.openxmlformats.org/officeDocument/2006/relationships/diagramColors" Target="../diagrams/colors2.xml"/><Relationship Id="rId31" Type="http://schemas.openxmlformats.org/officeDocument/2006/relationships/diagramData" Target="../diagrams/data5.xml"/><Relationship Id="rId44" Type="http://schemas.openxmlformats.org/officeDocument/2006/relationships/diagramColors" Target="../diagrams/colors7.xml"/><Relationship Id="rId52" Type="http://schemas.openxmlformats.org/officeDocument/2006/relationships/diagramLayout" Target="../diagrams/layout9.xml"/><Relationship Id="rId60" Type="http://schemas.microsoft.com/office/2007/relationships/diagramDrawing" Target="../diagrams/drawing10.xml"/><Relationship Id="rId65" Type="http://schemas.microsoft.com/office/2007/relationships/diagramDrawing" Target="../diagrams/drawing11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diagramColors" Target="../diagrams/colors1.xml"/><Relationship Id="rId22" Type="http://schemas.openxmlformats.org/officeDocument/2006/relationships/diagramLayout" Target="../diagrams/layout3.xml"/><Relationship Id="rId27" Type="http://schemas.openxmlformats.org/officeDocument/2006/relationships/diagramLayout" Target="../diagrams/layout4.xml"/><Relationship Id="rId30" Type="http://schemas.microsoft.com/office/2007/relationships/diagramDrawing" Target="../diagrams/drawing4.xml"/><Relationship Id="rId35" Type="http://schemas.microsoft.com/office/2007/relationships/diagramDrawing" Target="../diagrams/drawing5.xml"/><Relationship Id="rId43" Type="http://schemas.openxmlformats.org/officeDocument/2006/relationships/diagramQuickStyle" Target="../diagrams/quickStyle7.xml"/><Relationship Id="rId48" Type="http://schemas.openxmlformats.org/officeDocument/2006/relationships/diagramQuickStyle" Target="../diagrams/quickStyle8.xml"/><Relationship Id="rId56" Type="http://schemas.openxmlformats.org/officeDocument/2006/relationships/diagramData" Target="../diagrams/data10.xml"/><Relationship Id="rId64" Type="http://schemas.openxmlformats.org/officeDocument/2006/relationships/diagramColors" Target="../diagrams/colors11.xml"/><Relationship Id="rId69" Type="http://schemas.openxmlformats.org/officeDocument/2006/relationships/diagramColors" Target="../diagrams/colors12.xml"/><Relationship Id="rId8" Type="http://schemas.openxmlformats.org/officeDocument/2006/relationships/image" Target="../media/image7.png"/><Relationship Id="rId51" Type="http://schemas.openxmlformats.org/officeDocument/2006/relationships/diagramData" Target="../diagrams/data9.xml"/><Relationship Id="rId3" Type="http://schemas.openxmlformats.org/officeDocument/2006/relationships/image" Target="../media/image2.png"/><Relationship Id="rId12" Type="http://schemas.openxmlformats.org/officeDocument/2006/relationships/diagramLayout" Target="../diagrams/layout1.xml"/><Relationship Id="rId17" Type="http://schemas.openxmlformats.org/officeDocument/2006/relationships/diagramLayout" Target="../diagrams/layout2.xml"/><Relationship Id="rId25" Type="http://schemas.microsoft.com/office/2007/relationships/diagramDrawing" Target="../diagrams/drawing3.xml"/><Relationship Id="rId33" Type="http://schemas.openxmlformats.org/officeDocument/2006/relationships/diagramQuickStyle" Target="../diagrams/quickStyle5.xml"/><Relationship Id="rId38" Type="http://schemas.openxmlformats.org/officeDocument/2006/relationships/diagramQuickStyle" Target="../diagrams/quickStyle6.xml"/><Relationship Id="rId46" Type="http://schemas.openxmlformats.org/officeDocument/2006/relationships/diagramData" Target="../diagrams/data8.xml"/><Relationship Id="rId59" Type="http://schemas.openxmlformats.org/officeDocument/2006/relationships/diagramColors" Target="../diagrams/colors10.xml"/><Relationship Id="rId67" Type="http://schemas.openxmlformats.org/officeDocument/2006/relationships/diagramLayout" Target="../diagrams/layout12.xml"/><Relationship Id="rId20" Type="http://schemas.microsoft.com/office/2007/relationships/diagramDrawing" Target="../diagrams/drawing2.xml"/><Relationship Id="rId41" Type="http://schemas.openxmlformats.org/officeDocument/2006/relationships/diagramData" Target="../diagrams/data7.xml"/><Relationship Id="rId54" Type="http://schemas.openxmlformats.org/officeDocument/2006/relationships/diagramColors" Target="../diagrams/colors9.xml"/><Relationship Id="rId62" Type="http://schemas.openxmlformats.org/officeDocument/2006/relationships/diagramLayout" Target="../diagrams/layout11.xml"/><Relationship Id="rId70" Type="http://schemas.microsoft.com/office/2007/relationships/diagramDrawing" Target="../diagrams/drawin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Oval 20">
            <a:extLst>
              <a:ext uri="{FF2B5EF4-FFF2-40B4-BE49-F238E27FC236}">
                <a16:creationId xmlns:a16="http://schemas.microsoft.com/office/drawing/2014/main" id="{5FA22171-7A8B-4069-AA3F-520D1EB3CE9D}"/>
              </a:ext>
            </a:extLst>
          </p:cNvPr>
          <p:cNvSpPr/>
          <p:nvPr/>
        </p:nvSpPr>
        <p:spPr>
          <a:xfrm>
            <a:off x="800171" y="151366"/>
            <a:ext cx="1300881" cy="1344380"/>
          </a:xfrm>
          <a:custGeom>
            <a:avLst/>
            <a:gdLst>
              <a:gd name="connsiteX0" fmla="*/ 0 w 3314251"/>
              <a:gd name="connsiteY0" fmla="*/ 1564410 h 3128820"/>
              <a:gd name="connsiteX1" fmla="*/ 1657126 w 3314251"/>
              <a:gd name="connsiteY1" fmla="*/ 0 h 3128820"/>
              <a:gd name="connsiteX2" fmla="*/ 3314252 w 3314251"/>
              <a:gd name="connsiteY2" fmla="*/ 1564410 h 3128820"/>
              <a:gd name="connsiteX3" fmla="*/ 1657126 w 3314251"/>
              <a:gd name="connsiteY3" fmla="*/ 3128820 h 3128820"/>
              <a:gd name="connsiteX4" fmla="*/ 0 w 3314251"/>
              <a:gd name="connsiteY4" fmla="*/ 1564410 h 3128820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5821 h 3130231"/>
              <a:gd name="connsiteX1" fmla="*/ 1657126 w 3314252"/>
              <a:gd name="connsiteY1" fmla="*/ 1411 h 3130231"/>
              <a:gd name="connsiteX2" fmla="*/ 3314252 w 3314252"/>
              <a:gd name="connsiteY2" fmla="*/ 1565821 h 3130231"/>
              <a:gd name="connsiteX3" fmla="*/ 1657126 w 3314252"/>
              <a:gd name="connsiteY3" fmla="*/ 3130231 h 3130231"/>
              <a:gd name="connsiteX4" fmla="*/ 0 w 3314252"/>
              <a:gd name="connsiteY4" fmla="*/ 1565821 h 3130231"/>
              <a:gd name="connsiteX0" fmla="*/ 0 w 3314252"/>
              <a:gd name="connsiteY0" fmla="*/ 1567937 h 3132347"/>
              <a:gd name="connsiteX1" fmla="*/ 1657126 w 3314252"/>
              <a:gd name="connsiteY1" fmla="*/ 3527 h 3132347"/>
              <a:gd name="connsiteX2" fmla="*/ 3314252 w 3314252"/>
              <a:gd name="connsiteY2" fmla="*/ 1567937 h 3132347"/>
              <a:gd name="connsiteX3" fmla="*/ 1657126 w 3314252"/>
              <a:gd name="connsiteY3" fmla="*/ 3132347 h 3132347"/>
              <a:gd name="connsiteX4" fmla="*/ 0 w 3314252"/>
              <a:gd name="connsiteY4" fmla="*/ 1567937 h 3132347"/>
              <a:gd name="connsiteX0" fmla="*/ 0 w 3314252"/>
              <a:gd name="connsiteY0" fmla="*/ 1564505 h 3128915"/>
              <a:gd name="connsiteX1" fmla="*/ 1657126 w 3314252"/>
              <a:gd name="connsiteY1" fmla="*/ 95 h 3128915"/>
              <a:gd name="connsiteX2" fmla="*/ 3314252 w 3314252"/>
              <a:gd name="connsiteY2" fmla="*/ 1564505 h 3128915"/>
              <a:gd name="connsiteX3" fmla="*/ 1657126 w 3314252"/>
              <a:gd name="connsiteY3" fmla="*/ 3128915 h 3128915"/>
              <a:gd name="connsiteX4" fmla="*/ 0 w 3314252"/>
              <a:gd name="connsiteY4" fmla="*/ 1564505 h 3128915"/>
              <a:gd name="connsiteX0" fmla="*/ 0 w 3314252"/>
              <a:gd name="connsiteY0" fmla="*/ 1565503 h 3129913"/>
              <a:gd name="connsiteX1" fmla="*/ 1657126 w 3314252"/>
              <a:gd name="connsiteY1" fmla="*/ 1093 h 3129913"/>
              <a:gd name="connsiteX2" fmla="*/ 3314252 w 3314252"/>
              <a:gd name="connsiteY2" fmla="*/ 1565503 h 3129913"/>
              <a:gd name="connsiteX3" fmla="*/ 1657126 w 3314252"/>
              <a:gd name="connsiteY3" fmla="*/ 3129913 h 3129913"/>
              <a:gd name="connsiteX4" fmla="*/ 0 w 3314252"/>
              <a:gd name="connsiteY4" fmla="*/ 1565503 h 3129913"/>
              <a:gd name="connsiteX0" fmla="*/ 0 w 3314252"/>
              <a:gd name="connsiteY0" fmla="*/ 1564410 h 3128820"/>
              <a:gd name="connsiteX1" fmla="*/ 1657126 w 3314252"/>
              <a:gd name="connsiteY1" fmla="*/ 0 h 3128820"/>
              <a:gd name="connsiteX2" fmla="*/ 3314252 w 3314252"/>
              <a:gd name="connsiteY2" fmla="*/ 1564410 h 3128820"/>
              <a:gd name="connsiteX3" fmla="*/ 1657126 w 3314252"/>
              <a:gd name="connsiteY3" fmla="*/ 3128820 h 3128820"/>
              <a:gd name="connsiteX4" fmla="*/ 0 w 3314252"/>
              <a:gd name="connsiteY4" fmla="*/ 1564410 h 3128820"/>
              <a:gd name="connsiteX0" fmla="*/ 0 w 3314252"/>
              <a:gd name="connsiteY0" fmla="*/ 1564433 h 3128843"/>
              <a:gd name="connsiteX1" fmla="*/ 1657126 w 3314252"/>
              <a:gd name="connsiteY1" fmla="*/ 23 h 3128843"/>
              <a:gd name="connsiteX2" fmla="*/ 3314252 w 3314252"/>
              <a:gd name="connsiteY2" fmla="*/ 1564433 h 3128843"/>
              <a:gd name="connsiteX3" fmla="*/ 1657126 w 3314252"/>
              <a:gd name="connsiteY3" fmla="*/ 3128843 h 3128843"/>
              <a:gd name="connsiteX4" fmla="*/ 0 w 3314252"/>
              <a:gd name="connsiteY4" fmla="*/ 1564433 h 3128843"/>
              <a:gd name="connsiteX0" fmla="*/ 0 w 3314252"/>
              <a:gd name="connsiteY0" fmla="*/ 1564433 h 3129053"/>
              <a:gd name="connsiteX1" fmla="*/ 1657126 w 3314252"/>
              <a:gd name="connsiteY1" fmla="*/ 23 h 3129053"/>
              <a:gd name="connsiteX2" fmla="*/ 3314252 w 3314252"/>
              <a:gd name="connsiteY2" fmla="*/ 1564433 h 3129053"/>
              <a:gd name="connsiteX3" fmla="*/ 1657126 w 3314252"/>
              <a:gd name="connsiteY3" fmla="*/ 3128843 h 3129053"/>
              <a:gd name="connsiteX4" fmla="*/ 0 w 3314252"/>
              <a:gd name="connsiteY4" fmla="*/ 1564433 h 3129053"/>
              <a:gd name="connsiteX0" fmla="*/ 0 w 3314252"/>
              <a:gd name="connsiteY0" fmla="*/ 1564433 h 3131880"/>
              <a:gd name="connsiteX1" fmla="*/ 1657126 w 3314252"/>
              <a:gd name="connsiteY1" fmla="*/ 23 h 3131880"/>
              <a:gd name="connsiteX2" fmla="*/ 3314252 w 3314252"/>
              <a:gd name="connsiteY2" fmla="*/ 1564433 h 3131880"/>
              <a:gd name="connsiteX3" fmla="*/ 1657126 w 3314252"/>
              <a:gd name="connsiteY3" fmla="*/ 3128843 h 3131880"/>
              <a:gd name="connsiteX4" fmla="*/ 0 w 3314252"/>
              <a:gd name="connsiteY4" fmla="*/ 1564433 h 3131880"/>
              <a:gd name="connsiteX0" fmla="*/ 0 w 3314252"/>
              <a:gd name="connsiteY0" fmla="*/ 1564433 h 3131423"/>
              <a:gd name="connsiteX1" fmla="*/ 1657126 w 3314252"/>
              <a:gd name="connsiteY1" fmla="*/ 23 h 3131423"/>
              <a:gd name="connsiteX2" fmla="*/ 3314252 w 3314252"/>
              <a:gd name="connsiteY2" fmla="*/ 1564433 h 3131423"/>
              <a:gd name="connsiteX3" fmla="*/ 1657126 w 3314252"/>
              <a:gd name="connsiteY3" fmla="*/ 3128843 h 3131423"/>
              <a:gd name="connsiteX4" fmla="*/ 0 w 3314252"/>
              <a:gd name="connsiteY4" fmla="*/ 1564433 h 313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252" h="3131423">
                <a:moveTo>
                  <a:pt x="0" y="1564433"/>
                </a:moveTo>
                <a:cubicBezTo>
                  <a:pt x="0" y="700433"/>
                  <a:pt x="775256" y="19074"/>
                  <a:pt x="1657126" y="23"/>
                </a:cubicBezTo>
                <a:cubicBezTo>
                  <a:pt x="2639009" y="-4740"/>
                  <a:pt x="3314252" y="700433"/>
                  <a:pt x="3314252" y="1564433"/>
                </a:cubicBezTo>
                <a:cubicBezTo>
                  <a:pt x="3314252" y="2428433"/>
                  <a:pt x="2367543" y="3071694"/>
                  <a:pt x="1657126" y="3128843"/>
                </a:cubicBezTo>
                <a:cubicBezTo>
                  <a:pt x="665721" y="3181230"/>
                  <a:pt x="0" y="2428433"/>
                  <a:pt x="0" y="1564433"/>
                </a:cubicBezTo>
                <a:close/>
              </a:path>
            </a:pathLst>
          </a:custGeom>
          <a:solidFill>
            <a:srgbClr val="95E6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0DDB4-875F-470C-904B-BBB47B400284}"/>
              </a:ext>
            </a:extLst>
          </p:cNvPr>
          <p:cNvSpPr/>
          <p:nvPr/>
        </p:nvSpPr>
        <p:spPr>
          <a:xfrm>
            <a:off x="0" y="1598907"/>
            <a:ext cx="2653907" cy="4258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5" name="TextBox 4"/>
          <p:cNvSpPr txBox="1"/>
          <p:nvPr/>
        </p:nvSpPr>
        <p:spPr>
          <a:xfrm>
            <a:off x="310110" y="1614050"/>
            <a:ext cx="26027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HABILIDADES TÉCNICAS Y/O FUNCIONALES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/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8101" y="1670765"/>
            <a:ext cx="316452" cy="291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0629" y="2185923"/>
            <a:ext cx="5382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LINUX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29" y="2554695"/>
            <a:ext cx="57035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29" y="2891487"/>
            <a:ext cx="6125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ORACLE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18E45-5779-499C-80EF-53B890F93DBC}"/>
              </a:ext>
            </a:extLst>
          </p:cNvPr>
          <p:cNvSpPr/>
          <p:nvPr/>
        </p:nvSpPr>
        <p:spPr>
          <a:xfrm>
            <a:off x="-3457" y="3683797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F9E016-BE9F-47B8-B41F-893B3D6CAF0C}"/>
              </a:ext>
            </a:extLst>
          </p:cNvPr>
          <p:cNvPicPr>
            <a:picLocks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30629" y="3691752"/>
            <a:ext cx="316452" cy="2917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9051" y="3720537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EXPERIENCIA SECTORIAL 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0984A0-6528-4CCD-A96C-5FDE87CBE616}"/>
              </a:ext>
            </a:extLst>
          </p:cNvPr>
          <p:cNvSpPr txBox="1"/>
          <p:nvPr/>
        </p:nvSpPr>
        <p:spPr>
          <a:xfrm>
            <a:off x="30629" y="3227482"/>
            <a:ext cx="61253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ORACLE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E8FAB-62C1-4053-A2B1-73275AD382A5}"/>
              </a:ext>
            </a:extLst>
          </p:cNvPr>
          <p:cNvSpPr txBox="1"/>
          <p:nvPr/>
        </p:nvSpPr>
        <p:spPr>
          <a:xfrm>
            <a:off x="30629" y="4141022"/>
            <a:ext cx="7749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BANCA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6A650D-CD7C-4B6E-BF22-E6A2B6379678}"/>
              </a:ext>
            </a:extLst>
          </p:cNvPr>
          <p:cNvSpPr txBox="1"/>
          <p:nvPr/>
        </p:nvSpPr>
        <p:spPr>
          <a:xfrm>
            <a:off x="30629" y="4488208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RETAIL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31DE7-75FC-4873-BD85-59966828A8D3}"/>
              </a:ext>
            </a:extLst>
          </p:cNvPr>
          <p:cNvSpPr txBox="1"/>
          <p:nvPr/>
        </p:nvSpPr>
        <p:spPr>
          <a:xfrm>
            <a:off x="30629" y="4835394"/>
            <a:ext cx="91198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SEGUROS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6AF8AD-59B2-4560-9066-241ECEE09423}"/>
              </a:ext>
            </a:extLst>
          </p:cNvPr>
          <p:cNvSpPr txBox="1"/>
          <p:nvPr/>
        </p:nvSpPr>
        <p:spPr>
          <a:xfrm>
            <a:off x="30629" y="5182581"/>
            <a:ext cx="9431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AUTOMOCIÓN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332EA8F-C508-43E8-A8A1-8463A392BC59}"/>
              </a:ext>
            </a:extLst>
          </p:cNvPr>
          <p:cNvSpPr/>
          <p:nvPr/>
        </p:nvSpPr>
        <p:spPr>
          <a:xfrm>
            <a:off x="-6492" y="5635296"/>
            <a:ext cx="2653907" cy="303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4E016-BC11-47AD-96EB-DD039127C0CF}"/>
              </a:ext>
            </a:extLst>
          </p:cNvPr>
          <p:cNvSpPr txBox="1"/>
          <p:nvPr/>
        </p:nvSpPr>
        <p:spPr>
          <a:xfrm>
            <a:off x="30629" y="6092521"/>
            <a:ext cx="90584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Francés – B2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54F400-E6DB-4723-8C13-E835342E802B}"/>
              </a:ext>
            </a:extLst>
          </p:cNvPr>
          <p:cNvSpPr txBox="1"/>
          <p:nvPr/>
        </p:nvSpPr>
        <p:spPr>
          <a:xfrm>
            <a:off x="30629" y="6461293"/>
            <a:ext cx="97199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700" b="1" dirty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Inglés – B1</a:t>
            </a:r>
          </a:p>
        </p:txBody>
      </p:sp>
      <p:pic>
        <p:nvPicPr>
          <p:cNvPr id="41" name="Picture 40"/>
          <p:cNvPicPr>
            <a:picLocks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0629" y="5646169"/>
            <a:ext cx="345917" cy="293024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73D230-7AC6-426B-9399-DA57A60A0F19}"/>
              </a:ext>
            </a:extLst>
          </p:cNvPr>
          <p:cNvSpPr txBox="1"/>
          <p:nvPr/>
        </p:nvSpPr>
        <p:spPr>
          <a:xfrm>
            <a:off x="403694" y="5673990"/>
            <a:ext cx="25435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IDIOMAS</a:t>
            </a:r>
            <a:endParaRPr lang="es-ES" sz="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742E69C-CCF0-4CC5-AA4E-008A523FC149}"/>
              </a:ext>
            </a:extLst>
          </p:cNvPr>
          <p:cNvCxnSpPr/>
          <p:nvPr/>
        </p:nvCxnSpPr>
        <p:spPr>
          <a:xfrm flipH="1">
            <a:off x="2724270" y="-21696"/>
            <a:ext cx="0" cy="6876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/>
          <p:cNvGrpSpPr/>
          <p:nvPr/>
        </p:nvGrpSpPr>
        <p:grpSpPr>
          <a:xfrm>
            <a:off x="2850221" y="1183010"/>
            <a:ext cx="4179605" cy="1541037"/>
            <a:chOff x="-305358" y="2235749"/>
            <a:chExt cx="8841805" cy="1435118"/>
          </a:xfrm>
        </p:grpSpPr>
        <p:grpSp>
          <p:nvGrpSpPr>
            <p:cNvPr id="49" name="Group 48"/>
            <p:cNvGrpSpPr/>
            <p:nvPr/>
          </p:nvGrpSpPr>
          <p:grpSpPr>
            <a:xfrm>
              <a:off x="50093" y="2261409"/>
              <a:ext cx="8486354" cy="1409458"/>
              <a:chOff x="-112305" y="2244514"/>
              <a:chExt cx="17634141" cy="1409458"/>
            </a:xfrm>
          </p:grpSpPr>
          <p:sp>
            <p:nvSpPr>
              <p:cNvPr id="51" name="TextBox 50"/>
              <p:cNvSpPr txBox="1"/>
              <p:nvPr/>
            </p:nvSpPr>
            <p:spPr>
              <a:xfrm>
                <a:off x="520947" y="2244514"/>
                <a:ext cx="699484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100" b="1" dirty="0">
                    <a:solidFill>
                      <a:schemeClr val="accent5"/>
                    </a:solidFill>
                    <a:latin typeface="Verdana" panose="020B0604030504040204" pitchFamily="34" charset="0"/>
                    <a:ea typeface="Verdana" panose="020B0604030504040204" pitchFamily="34" charset="0"/>
                  </a:rPr>
                  <a:t>MI PERFIL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-112305" y="2650794"/>
                <a:ext cx="17634141" cy="10031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Toma de requerimientos funcionales, análisis, diseño y </a:t>
                </a:r>
                <a:r>
                  <a:rPr lang="es-ES" sz="800" dirty="0" err="1">
                    <a:latin typeface="Verdana" panose="020B0604030504040204" pitchFamily="34" charset="0"/>
                    <a:ea typeface="Verdana" panose="020B0604030504040204" pitchFamily="34" charset="0"/>
                  </a:rPr>
                  <a:t>testing</a:t>
                </a:r>
                <a:r>
                  <a:rPr lang="es-E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  <a:p>
                <a:r>
                  <a:rPr lang="es-E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Realización de tareas de gestión e interlocución entre usuario, factoría y jefe de proyecto, facilitando soporte técnico en las aplicaciones J2EE.</a:t>
                </a:r>
              </a:p>
              <a:p>
                <a:pPr algn="just"/>
                <a:endParaRPr lang="es-E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just"/>
                <a:endParaRPr lang="es-ES" sz="8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pPr algn="just"/>
                <a:r>
                  <a:rPr lang="es-E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Indica: 25 años de experiencia global, analista, de Banca, seguros, cobros energía, económico-financiero y automoción.</a:t>
                </a:r>
              </a:p>
              <a:p>
                <a:pPr algn="just"/>
                <a:r>
                  <a:rPr lang="es-ES" sz="8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.</a:t>
                </a:r>
              </a:p>
            </p:txBody>
          </p:sp>
        </p:grpSp>
        <p:pic>
          <p:nvPicPr>
            <p:cNvPr id="50" name="Picture 49"/>
            <p:cNvPicPr>
              <a:picLocks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-305358" y="2235749"/>
              <a:ext cx="685410" cy="287270"/>
            </a:xfrm>
            <a:prstGeom prst="rect">
              <a:avLst/>
            </a:prstGeom>
          </p:spPr>
        </p:pic>
      </p:grpSp>
      <p:pic>
        <p:nvPicPr>
          <p:cNvPr id="53" name="Graphic 9">
            <a:extLst>
              <a:ext uri="{FF2B5EF4-FFF2-40B4-BE49-F238E27FC236}">
                <a16:creationId xmlns:a16="http://schemas.microsoft.com/office/drawing/2014/main" id="{152EF931-6C1C-412C-83FC-8309BDC23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0154" y="234533"/>
            <a:ext cx="2286000" cy="510013"/>
          </a:xfrm>
          <a:prstGeom prst="rect">
            <a:avLst/>
          </a:prstGeom>
        </p:spPr>
      </p:pic>
      <p:cxnSp>
        <p:nvCxnSpPr>
          <p:cNvPr id="54" name="Straight Connector 53"/>
          <p:cNvCxnSpPr/>
          <p:nvPr/>
        </p:nvCxnSpPr>
        <p:spPr>
          <a:xfrm>
            <a:off x="3110900" y="1557271"/>
            <a:ext cx="3780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8" name="Groupe 6">
            <a:extLst>
              <a:ext uri="{FF2B5EF4-FFF2-40B4-BE49-F238E27FC236}">
                <a16:creationId xmlns:a16="http://schemas.microsoft.com/office/drawing/2014/main" id="{B88DB47A-3488-4663-8BB1-AB30F59C5DE0}"/>
              </a:ext>
            </a:extLst>
          </p:cNvPr>
          <p:cNvGrpSpPr>
            <a:grpSpLocks noChangeAspect="1"/>
          </p:cNvGrpSpPr>
          <p:nvPr/>
        </p:nvGrpSpPr>
        <p:grpSpPr>
          <a:xfrm>
            <a:off x="10742738" y="5708534"/>
            <a:ext cx="1449839" cy="1147380"/>
            <a:chOff x="3731385" y="1559698"/>
            <a:chExt cx="4718061" cy="3733800"/>
          </a:xfrm>
        </p:grpSpPr>
        <p:sp>
          <p:nvSpPr>
            <p:cNvPr id="59" name="Forme libre : forme 4">
              <a:extLst>
                <a:ext uri="{FF2B5EF4-FFF2-40B4-BE49-F238E27FC236}">
                  <a16:creationId xmlns:a16="http://schemas.microsoft.com/office/drawing/2014/main" id="{E3210A5E-F45B-4A36-A30B-65AC3177833B}"/>
                </a:ext>
              </a:extLst>
            </p:cNvPr>
            <p:cNvSpPr/>
            <p:nvPr/>
          </p:nvSpPr>
          <p:spPr>
            <a:xfrm>
              <a:off x="3731385" y="1559698"/>
              <a:ext cx="4429125" cy="3733800"/>
            </a:xfrm>
            <a:custGeom>
              <a:avLst/>
              <a:gdLst>
                <a:gd name="connsiteX0" fmla="*/ 3220531 w 4429125"/>
                <a:gd name="connsiteY0" fmla="*/ 3729915 h 3733800"/>
                <a:gd name="connsiteX1" fmla="*/ 3193576 w 4429125"/>
                <a:gd name="connsiteY1" fmla="*/ 2735410 h 3733800"/>
                <a:gd name="connsiteX2" fmla="*/ 4325146 w 4429125"/>
                <a:gd name="connsiteY2" fmla="*/ 1751096 h 3733800"/>
                <a:gd name="connsiteX3" fmla="*/ 4141980 w 4429125"/>
                <a:gd name="connsiteY3" fmla="*/ 380925 h 3733800"/>
                <a:gd name="connsiteX4" fmla="*/ 2705895 w 4429125"/>
                <a:gd name="connsiteY4" fmla="*/ 137371 h 3733800"/>
                <a:gd name="connsiteX5" fmla="*/ 29561 w 4429125"/>
                <a:gd name="connsiteY5" fmla="*/ 3463596 h 3733800"/>
                <a:gd name="connsiteX6" fmla="*/ 13273 w 4429125"/>
                <a:gd name="connsiteY6" fmla="*/ 3729820 h 3733800"/>
                <a:gd name="connsiteX7" fmla="*/ 3220531 w 4429125"/>
                <a:gd name="connsiteY7" fmla="*/ 3729820 h 373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9125" h="3733800">
                  <a:moveTo>
                    <a:pt x="3220531" y="3729915"/>
                  </a:moveTo>
                  <a:cubicBezTo>
                    <a:pt x="3157857" y="3190324"/>
                    <a:pt x="3193576" y="2735410"/>
                    <a:pt x="3193576" y="2735410"/>
                  </a:cubicBezTo>
                  <a:cubicBezTo>
                    <a:pt x="3193576" y="2735410"/>
                    <a:pt x="3910999" y="2341837"/>
                    <a:pt x="4325146" y="1751096"/>
                  </a:cubicBezTo>
                  <a:cubicBezTo>
                    <a:pt x="4582130" y="1384574"/>
                    <a:pt x="4309810" y="505512"/>
                    <a:pt x="4141980" y="380925"/>
                  </a:cubicBezTo>
                  <a:cubicBezTo>
                    <a:pt x="3766218" y="-2170"/>
                    <a:pt x="3185098" y="-104183"/>
                    <a:pt x="2705895" y="137371"/>
                  </a:cubicBezTo>
                  <a:cubicBezTo>
                    <a:pt x="2716659" y="2179626"/>
                    <a:pt x="29561" y="3463596"/>
                    <a:pt x="29561" y="3463596"/>
                  </a:cubicBezTo>
                  <a:cubicBezTo>
                    <a:pt x="29561" y="3463596"/>
                    <a:pt x="-7015" y="3587421"/>
                    <a:pt x="13273" y="3729820"/>
                  </a:cubicBezTo>
                  <a:lnTo>
                    <a:pt x="3220531" y="3729820"/>
                  </a:lnTo>
                  <a:close/>
                </a:path>
              </a:pathLst>
            </a:custGeom>
            <a:solidFill>
              <a:srgbClr val="0075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orme libre : forme 5">
              <a:extLst>
                <a:ext uri="{FF2B5EF4-FFF2-40B4-BE49-F238E27FC236}">
                  <a16:creationId xmlns:a16="http://schemas.microsoft.com/office/drawing/2014/main" id="{99201A7B-00EE-43F4-997E-601F3E22A1DD}"/>
                </a:ext>
              </a:extLst>
            </p:cNvPr>
            <p:cNvSpPr/>
            <p:nvPr/>
          </p:nvSpPr>
          <p:spPr>
            <a:xfrm>
              <a:off x="6382521" y="1897361"/>
              <a:ext cx="2066925" cy="3390900"/>
            </a:xfrm>
            <a:custGeom>
              <a:avLst/>
              <a:gdLst>
                <a:gd name="connsiteX0" fmla="*/ 1427978 w 2066925"/>
                <a:gd name="connsiteY0" fmla="*/ 990619 h 3390900"/>
                <a:gd name="connsiteX1" fmla="*/ 17326 w 2066925"/>
                <a:gd name="connsiteY1" fmla="*/ 1994078 h 3390900"/>
                <a:gd name="connsiteX2" fmla="*/ 108956 w 2066925"/>
                <a:gd name="connsiteY2" fmla="*/ 3390633 h 3390900"/>
                <a:gd name="connsiteX3" fmla="*/ 2065392 w 2066925"/>
                <a:gd name="connsiteY3" fmla="*/ 3390633 h 3390900"/>
                <a:gd name="connsiteX4" fmla="*/ 2066344 w 2066925"/>
                <a:gd name="connsiteY4" fmla="*/ 1694612 h 3390900"/>
                <a:gd name="connsiteX5" fmla="*/ 1457601 w 2066925"/>
                <a:gd name="connsiteY5" fmla="*/ 10401 h 3390900"/>
                <a:gd name="connsiteX6" fmla="*/ 1427978 w 2066925"/>
                <a:gd name="connsiteY6" fmla="*/ 990619 h 3390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6925" h="3390900">
                  <a:moveTo>
                    <a:pt x="1427978" y="990619"/>
                  </a:moveTo>
                  <a:cubicBezTo>
                    <a:pt x="1000020" y="1571358"/>
                    <a:pt x="17326" y="1994078"/>
                    <a:pt x="17326" y="1994078"/>
                  </a:cubicBezTo>
                  <a:cubicBezTo>
                    <a:pt x="17326" y="1994078"/>
                    <a:pt x="-37919" y="2696166"/>
                    <a:pt x="108956" y="3390633"/>
                  </a:cubicBezTo>
                  <a:lnTo>
                    <a:pt x="2065392" y="3390633"/>
                  </a:lnTo>
                  <a:cubicBezTo>
                    <a:pt x="2065392" y="3390633"/>
                    <a:pt x="2066344" y="2421084"/>
                    <a:pt x="2066344" y="1694612"/>
                  </a:cubicBezTo>
                  <a:cubicBezTo>
                    <a:pt x="2066344" y="1230459"/>
                    <a:pt x="2000717" y="513893"/>
                    <a:pt x="1457601" y="10401"/>
                  </a:cubicBezTo>
                  <a:cubicBezTo>
                    <a:pt x="1410262" y="-33604"/>
                    <a:pt x="1883750" y="372161"/>
                    <a:pt x="1427978" y="990619"/>
                  </a:cubicBezTo>
                </a:path>
              </a:pathLst>
            </a:custGeom>
            <a:solidFill>
              <a:srgbClr val="95C11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9" name="TextBox 118"/>
          <p:cNvSpPr txBox="1"/>
          <p:nvPr/>
        </p:nvSpPr>
        <p:spPr>
          <a:xfrm>
            <a:off x="7572953" y="1212515"/>
            <a:ext cx="2829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5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EXPERIENCIA PROFESIONAL</a:t>
            </a:r>
          </a:p>
        </p:txBody>
      </p:sp>
      <p:pic>
        <p:nvPicPr>
          <p:cNvPr id="120" name="Picture 119"/>
          <p:cNvPicPr>
            <a:picLocks noChangeAspect="1"/>
          </p:cNvPicPr>
          <p:nvPr/>
        </p:nvPicPr>
        <p:blipFill>
          <a:blip r:embed="rId7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317" y="1240350"/>
            <a:ext cx="252000" cy="252000"/>
          </a:xfrm>
          <a:prstGeom prst="rect">
            <a:avLst/>
          </a:prstGeom>
        </p:spPr>
      </p:pic>
      <p:cxnSp>
        <p:nvCxnSpPr>
          <p:cNvPr id="121" name="Straight Connector 120"/>
          <p:cNvCxnSpPr/>
          <p:nvPr/>
        </p:nvCxnSpPr>
        <p:spPr>
          <a:xfrm>
            <a:off x="7596996" y="1563437"/>
            <a:ext cx="4248000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142"/>
          <p:cNvGrpSpPr/>
          <p:nvPr/>
        </p:nvGrpSpPr>
        <p:grpSpPr>
          <a:xfrm>
            <a:off x="7572953" y="2589574"/>
            <a:ext cx="4329996" cy="3570277"/>
            <a:chOff x="7462915" y="2632344"/>
            <a:chExt cx="4329996" cy="3540805"/>
          </a:xfrm>
        </p:grpSpPr>
        <p:sp>
          <p:nvSpPr>
            <p:cNvPr id="125" name="Pentagon 124"/>
            <p:cNvSpPr/>
            <p:nvPr/>
          </p:nvSpPr>
          <p:spPr>
            <a:xfrm>
              <a:off x="7500917" y="2864651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2018-21</a:t>
              </a:r>
            </a:p>
          </p:txBody>
        </p:sp>
        <p:sp>
          <p:nvSpPr>
            <p:cNvPr id="126" name="Pentagon 125"/>
            <p:cNvSpPr/>
            <p:nvPr/>
          </p:nvSpPr>
          <p:spPr>
            <a:xfrm>
              <a:off x="7500917" y="3776097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2017</a:t>
              </a:r>
            </a:p>
          </p:txBody>
        </p:sp>
        <p:sp>
          <p:nvSpPr>
            <p:cNvPr id="127" name="Pentagon 126"/>
            <p:cNvSpPr/>
            <p:nvPr/>
          </p:nvSpPr>
          <p:spPr>
            <a:xfrm>
              <a:off x="7500917" y="4715134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2016-17</a:t>
              </a:r>
            </a:p>
          </p:txBody>
        </p:sp>
        <p:sp>
          <p:nvSpPr>
            <p:cNvPr id="128" name="Pentagon 127"/>
            <p:cNvSpPr/>
            <p:nvPr/>
          </p:nvSpPr>
          <p:spPr>
            <a:xfrm>
              <a:off x="7502728" y="5442442"/>
              <a:ext cx="756000" cy="201830"/>
            </a:xfrm>
            <a:prstGeom prst="homePlat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ES" sz="800" b="1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</a:rPr>
                <a:t>2015-16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7462915" y="2982555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Liderazgo en el equipo.</a:t>
              </a:r>
              <a:endParaRPr lang="es-ES" sz="105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Desarrollo en java 6 y parametrización.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096785" y="2632344"/>
              <a:ext cx="335059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Securitas Direct España - Analista Programador Sénior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7505232" y="3859115"/>
              <a:ext cx="428767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pPr algn="just"/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</a:rPr>
                <a:t>Coordinación de las pruebas entre los servicios públicos de las Comunidades Autónomas (CC.AA.).</a:t>
              </a:r>
              <a:endParaRPr lang="es-ES" sz="1050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Análisis de la calidad de los datos.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7494030" y="4862873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  <a:p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Mantenimiento evolutivo y correctivo. Corrección del software para resolución de incidencias.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7480532" y="5711484"/>
              <a:ext cx="42876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Mantenimiento evolutivo y correctivo. Desarrollo de las modificaciones necesarias en el software para la resolución de incidencias. Elaboración del diseño técnico y juego de pruebas.</a:t>
              </a:r>
              <a:endParaRPr lang="es-ES" sz="800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8256917" y="3500020"/>
              <a:ext cx="2266967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SEPE - Analista Programador Sénior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8316228" y="4499690"/>
              <a:ext cx="2207656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PSA</a:t>
              </a:r>
              <a:r>
                <a:rPr lang="es-ES" sz="800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 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- Analista Programador Sénior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256917" y="5388352"/>
              <a:ext cx="2658100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  <a:cs typeface="Arial" panose="020B0604020202020204" pitchFamily="34" charset="0"/>
                </a:rPr>
                <a:t>Gas Natural - Analista Programador Sénior</a:t>
              </a:r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B014D8D0-745D-4C70-91CE-77CF5945514F}"/>
              </a:ext>
            </a:extLst>
          </p:cNvPr>
          <p:cNvGrpSpPr/>
          <p:nvPr/>
        </p:nvGrpSpPr>
        <p:grpSpPr>
          <a:xfrm>
            <a:off x="2918902" y="2858376"/>
            <a:ext cx="4013320" cy="2012737"/>
            <a:chOff x="2926055" y="3065711"/>
            <a:chExt cx="4013320" cy="2012737"/>
          </a:xfrm>
        </p:grpSpPr>
        <p:sp>
          <p:nvSpPr>
            <p:cNvPr id="156" name="Rectangle 130">
              <a:extLst>
                <a:ext uri="{FF2B5EF4-FFF2-40B4-BE49-F238E27FC236}">
                  <a16:creationId xmlns:a16="http://schemas.microsoft.com/office/drawing/2014/main" id="{FC2A65B6-0322-4C30-907F-18DA1E2816AA}"/>
                </a:ext>
              </a:extLst>
            </p:cNvPr>
            <p:cNvSpPr/>
            <p:nvPr/>
          </p:nvSpPr>
          <p:spPr>
            <a:xfrm>
              <a:off x="3802979" y="4180193"/>
              <a:ext cx="256512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J2EE (</a:t>
              </a:r>
              <a:r>
                <a:rPr lang="es-ES" sz="800" b="1" dirty="0" err="1">
                  <a:latin typeface="Verdana" panose="020B0604030504040204" pitchFamily="34" charset="0"/>
                  <a:ea typeface="Times New Roman" panose="02020603050405020304" pitchFamily="18" charset="0"/>
                </a:rPr>
                <a:t>Sun</a:t>
              </a:r>
              <a:r>
                <a:rPr lang="es-ES" sz="800" b="1" dirty="0">
                  <a:latin typeface="Verdana" panose="020B0604030504040204" pitchFamily="34" charset="0"/>
                  <a:ea typeface="Times New Roman" panose="02020603050405020304" pitchFamily="18" charset="0"/>
                </a:rPr>
                <a:t> Microsystems)</a:t>
              </a:r>
              <a:endParaRPr lang="es-ES" sz="1050" b="1" dirty="0">
                <a:latin typeface="Arial" panose="020B0604020202020204" pitchFamily="34" charset="0"/>
                <a:ea typeface="Times New Roman" panose="02020603050405020304" pitchFamily="18" charset="0"/>
              </a:endParaRPr>
            </a:p>
            <a:p>
              <a:endParaRPr lang="es-ES" sz="800" b="1" dirty="0">
                <a:latin typeface="Verdana" panose="020B0604030504040204" pitchFamily="34" charset="0"/>
                <a:ea typeface="Verdana" panose="020B0604030504040204" pitchFamily="34" charset="0"/>
              </a:endParaRPr>
            </a:p>
          </p:txBody>
        </p:sp>
        <p:grpSp>
          <p:nvGrpSpPr>
            <p:cNvPr id="2" name="Grupo 1">
              <a:extLst>
                <a:ext uri="{FF2B5EF4-FFF2-40B4-BE49-F238E27FC236}">
                  <a16:creationId xmlns:a16="http://schemas.microsoft.com/office/drawing/2014/main" id="{984B0707-4C2E-4DD4-B7FA-F555E9473CE5}"/>
                </a:ext>
              </a:extLst>
            </p:cNvPr>
            <p:cNvGrpSpPr/>
            <p:nvPr/>
          </p:nvGrpSpPr>
          <p:grpSpPr>
            <a:xfrm>
              <a:off x="2926055" y="3065711"/>
              <a:ext cx="4013320" cy="2012737"/>
              <a:chOff x="2926055" y="3065711"/>
              <a:chExt cx="4013320" cy="2012737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2926055" y="3065711"/>
                <a:ext cx="4013320" cy="322761"/>
                <a:chOff x="2926479" y="3095028"/>
                <a:chExt cx="4013320" cy="322761"/>
              </a:xfrm>
            </p:grpSpPr>
            <p:grpSp>
              <p:nvGrpSpPr>
                <p:cNvPr id="61" name="Group 60"/>
                <p:cNvGrpSpPr/>
                <p:nvPr/>
              </p:nvGrpSpPr>
              <p:grpSpPr>
                <a:xfrm>
                  <a:off x="2926479" y="3095028"/>
                  <a:ext cx="2058430" cy="262982"/>
                  <a:chOff x="-98216" y="5037244"/>
                  <a:chExt cx="3340496" cy="262982"/>
                </a:xfrm>
              </p:grpSpPr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295017" y="5045561"/>
                    <a:ext cx="2947263" cy="25391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s-ES"/>
                    </a:defPPr>
                    <a:lvl1pPr>
                      <a:defRPr sz="1050" b="1">
                        <a:solidFill>
                          <a:schemeClr val="accent5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</a:defRPr>
                    </a:lvl1pPr>
                  </a:lstStyle>
                  <a:p>
                    <a:r>
                      <a:rPr lang="es-ES" dirty="0"/>
                      <a:t>FORMACIÓN </a:t>
                    </a:r>
                  </a:p>
                </p:txBody>
              </p:sp>
              <p:pic>
                <p:nvPicPr>
                  <p:cNvPr id="63" name="Picture 62"/>
                  <p:cNvPicPr>
                    <a:picLocks noChangeAspect="1"/>
                  </p:cNvPicPr>
                  <p:nvPr/>
                </p:nvPicPr>
                <p:blipFill>
                  <a:blip r:embed="rId8" cstate="print">
                    <a:duotone>
                      <a:schemeClr val="accent1">
                        <a:shade val="45000"/>
                        <a:satMod val="135000"/>
                      </a:schemeClr>
                      <a:prstClr val="white"/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-98216" y="5037244"/>
                    <a:ext cx="262982" cy="262982"/>
                  </a:xfrm>
                  <a:prstGeom prst="rect">
                    <a:avLst/>
                  </a:prstGeom>
                </p:spPr>
              </p:pic>
            </p:grp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3159799" y="3417789"/>
                  <a:ext cx="3780000" cy="0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8" name="Group 142">
                <a:extLst>
                  <a:ext uri="{FF2B5EF4-FFF2-40B4-BE49-F238E27FC236}">
                    <a16:creationId xmlns:a16="http://schemas.microsoft.com/office/drawing/2014/main" id="{A337F2F0-8440-4E7F-A8BD-1232F78B1D08}"/>
                  </a:ext>
                </a:extLst>
              </p:cNvPr>
              <p:cNvGrpSpPr/>
              <p:nvPr/>
            </p:nvGrpSpPr>
            <p:grpSpPr>
              <a:xfrm>
                <a:off x="3007080" y="3571778"/>
                <a:ext cx="3483319" cy="896734"/>
                <a:chOff x="7502728" y="1765782"/>
                <a:chExt cx="3483319" cy="1255847"/>
              </a:xfrm>
            </p:grpSpPr>
            <p:sp>
              <p:nvSpPr>
                <p:cNvPr id="144" name="Pentagon 124">
                  <a:extLst>
                    <a:ext uri="{FF2B5EF4-FFF2-40B4-BE49-F238E27FC236}">
                      <a16:creationId xmlns:a16="http://schemas.microsoft.com/office/drawing/2014/main" id="{09EE8205-768E-449B-BD4E-475D9B2A37E9}"/>
                    </a:ext>
                  </a:extLst>
                </p:cNvPr>
                <p:cNvSpPr/>
                <p:nvPr/>
              </p:nvSpPr>
              <p:spPr>
                <a:xfrm>
                  <a:off x="7502728" y="194179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1992-95</a:t>
                  </a:r>
                </a:p>
              </p:txBody>
            </p:sp>
            <p:sp>
              <p:nvSpPr>
                <p:cNvPr id="145" name="Pentagon 125">
                  <a:extLst>
                    <a:ext uri="{FF2B5EF4-FFF2-40B4-BE49-F238E27FC236}">
                      <a16:creationId xmlns:a16="http://schemas.microsoft.com/office/drawing/2014/main" id="{A6DF0372-AC83-44ED-8400-81413D8373F1}"/>
                    </a:ext>
                  </a:extLst>
                </p:cNvPr>
                <p:cNvSpPr/>
                <p:nvPr/>
              </p:nvSpPr>
              <p:spPr>
                <a:xfrm>
                  <a:off x="7502947" y="2744636"/>
                  <a:ext cx="756000" cy="276993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2009</a:t>
                  </a:r>
                </a:p>
              </p:txBody>
            </p:sp>
            <p:sp>
              <p:nvSpPr>
                <p:cNvPr id="149" name="Rectangle 130">
                  <a:extLst>
                    <a:ext uri="{FF2B5EF4-FFF2-40B4-BE49-F238E27FC236}">
                      <a16:creationId xmlns:a16="http://schemas.microsoft.com/office/drawing/2014/main" id="{3F25EA42-E2A1-49F5-BC86-3616B5794F22}"/>
                    </a:ext>
                  </a:extLst>
                </p:cNvPr>
                <p:cNvSpPr/>
                <p:nvPr/>
              </p:nvSpPr>
              <p:spPr>
                <a:xfrm>
                  <a:off x="8256917" y="1765782"/>
                  <a:ext cx="2729130" cy="8189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Ingeniero Técnico en Informática de Gestión</a:t>
                  </a:r>
                  <a:endParaRPr lang="es-ES" sz="8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endParaRPr lang="es-ES" sz="800" b="1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  <a:p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Universidad Pontificia Comillas </a:t>
                  </a:r>
                  <a:r>
                    <a:rPr lang="es-ES" sz="800" dirty="0">
                      <a:latin typeface="Verdana" panose="020B0604030504040204" pitchFamily="34" charset="0"/>
                      <a:ea typeface="Verdana" panose="020B0604030504040204" pitchFamily="34" charset="0"/>
                    </a:rPr>
                    <a:t> 1992-1995</a:t>
                  </a:r>
                </a:p>
              </p:txBody>
            </p:sp>
          </p:grpSp>
          <p:grpSp>
            <p:nvGrpSpPr>
              <p:cNvPr id="157" name="Group 142">
                <a:extLst>
                  <a:ext uri="{FF2B5EF4-FFF2-40B4-BE49-F238E27FC236}">
                    <a16:creationId xmlns:a16="http://schemas.microsoft.com/office/drawing/2014/main" id="{1D41F49F-B7A3-4319-9AAD-D933ED6C3EE2}"/>
                  </a:ext>
                </a:extLst>
              </p:cNvPr>
              <p:cNvGrpSpPr/>
              <p:nvPr/>
            </p:nvGrpSpPr>
            <p:grpSpPr>
              <a:xfrm>
                <a:off x="3021741" y="4739894"/>
                <a:ext cx="3069246" cy="338554"/>
                <a:chOff x="7502728" y="1765784"/>
                <a:chExt cx="3069246" cy="474134"/>
              </a:xfrm>
            </p:grpSpPr>
            <p:sp>
              <p:nvSpPr>
                <p:cNvPr id="158" name="Pentagon 124">
                  <a:extLst>
                    <a:ext uri="{FF2B5EF4-FFF2-40B4-BE49-F238E27FC236}">
                      <a16:creationId xmlns:a16="http://schemas.microsoft.com/office/drawing/2014/main" id="{C3B3D637-A265-4CAD-A45D-416606F1E46F}"/>
                    </a:ext>
                  </a:extLst>
                </p:cNvPr>
                <p:cNvSpPr/>
                <p:nvPr/>
              </p:nvSpPr>
              <p:spPr>
                <a:xfrm>
                  <a:off x="7502728" y="1941791"/>
                  <a:ext cx="756000" cy="276994"/>
                </a:xfrm>
                <a:prstGeom prst="homePlat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s-ES" sz="800" b="1" dirty="0">
                      <a:solidFill>
                        <a:schemeClr val="bg1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</a:rPr>
                    <a:t>2003</a:t>
                  </a:r>
                </a:p>
              </p:txBody>
            </p:sp>
            <p:sp>
              <p:nvSpPr>
                <p:cNvPr id="160" name="Rectangle 130">
                  <a:extLst>
                    <a:ext uri="{FF2B5EF4-FFF2-40B4-BE49-F238E27FC236}">
                      <a16:creationId xmlns:a16="http://schemas.microsoft.com/office/drawing/2014/main" id="{2A4067DF-11A3-402C-A058-5B92D940D7D1}"/>
                    </a:ext>
                  </a:extLst>
                </p:cNvPr>
                <p:cNvSpPr/>
                <p:nvPr/>
              </p:nvSpPr>
              <p:spPr>
                <a:xfrm>
                  <a:off x="8256917" y="1765784"/>
                  <a:ext cx="2315057" cy="47413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s-ES" sz="800" b="1" dirty="0"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XML Integración de aplicaciones C/S</a:t>
                  </a:r>
                  <a:endParaRPr lang="es-ES" sz="1050" b="1" dirty="0">
                    <a:latin typeface="Arial" panose="020B0604020202020204" pitchFamily="34" charset="0"/>
                    <a:ea typeface="Times New Roman" panose="02020603050405020304" pitchFamily="18" charset="0"/>
                  </a:endParaRPr>
                </a:p>
                <a:p>
                  <a:r>
                    <a:rPr lang="es-ES" sz="8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Arial" panose="020B0604020202020204" pitchFamily="34" charset="0"/>
                    </a:rPr>
                    <a:t>(Universidad Politécnica Madrid)</a:t>
                  </a:r>
                  <a:endParaRPr lang="es-ES" sz="800" dirty="0">
                    <a:latin typeface="Verdana" panose="020B0604030504040204" pitchFamily="34" charset="0"/>
                    <a:ea typeface="Verdana" panose="020B0604030504040204" pitchFamily="34" charset="0"/>
                  </a:endParaRPr>
                </a:p>
              </p:txBody>
            </p:sp>
          </p:grpSp>
        </p:grpSp>
      </p:grpSp>
      <p:pic>
        <p:nvPicPr>
          <p:cNvPr id="14" name="Gráfico 13" descr="Usuario">
            <a:extLst>
              <a:ext uri="{FF2B5EF4-FFF2-40B4-BE49-F238E27FC236}">
                <a16:creationId xmlns:a16="http://schemas.microsoft.com/office/drawing/2014/main" id="{AC02047A-3ED3-4680-8BD3-07621A4B5A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6470" y="262554"/>
            <a:ext cx="1036196" cy="1036196"/>
          </a:xfrm>
          <a:prstGeom prst="rect">
            <a:avLst/>
          </a:prstGeom>
        </p:spPr>
      </p:pic>
      <p:graphicFrame>
        <p:nvGraphicFramePr>
          <p:cNvPr id="146" name="Diagram 145">
            <a:extLst>
              <a:ext uri="{FF2B5EF4-FFF2-40B4-BE49-F238E27FC236}">
                <a16:creationId xmlns:a16="http://schemas.microsoft.com/office/drawing/2014/main" id="{06452D7A-5B68-4FC4-B3D0-9038D8269B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6948163"/>
              </p:ext>
            </p:extLst>
          </p:nvPr>
        </p:nvGraphicFramePr>
        <p:xfrm>
          <a:off x="842806" y="2196534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  <p:graphicFrame>
        <p:nvGraphicFramePr>
          <p:cNvPr id="147" name="Diagram 146">
            <a:extLst>
              <a:ext uri="{FF2B5EF4-FFF2-40B4-BE49-F238E27FC236}">
                <a16:creationId xmlns:a16="http://schemas.microsoft.com/office/drawing/2014/main" id="{198D6032-A88A-4ED5-9AA1-A8B6FFA8F9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2664970"/>
              </p:ext>
            </p:extLst>
          </p:nvPr>
        </p:nvGraphicFramePr>
        <p:xfrm>
          <a:off x="842806" y="21665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6" r:lo="rId17" r:qs="rId18" r:cs="rId19"/>
          </a:graphicData>
        </a:graphic>
      </p:graphicFrame>
      <p:graphicFrame>
        <p:nvGraphicFramePr>
          <p:cNvPr id="148" name="Diagram 147">
            <a:extLst>
              <a:ext uri="{FF2B5EF4-FFF2-40B4-BE49-F238E27FC236}">
                <a16:creationId xmlns:a16="http://schemas.microsoft.com/office/drawing/2014/main" id="{3FE2AF29-0FFC-485F-9E64-0C8FF8F2E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4354297"/>
              </p:ext>
            </p:extLst>
          </p:nvPr>
        </p:nvGraphicFramePr>
        <p:xfrm>
          <a:off x="857343" y="6069755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1" r:lo="rId22" r:qs="rId23" r:cs="rId24"/>
          </a:graphicData>
        </a:graphic>
      </p:graphicFrame>
      <p:graphicFrame>
        <p:nvGraphicFramePr>
          <p:cNvPr id="150" name="Diagram 149">
            <a:extLst>
              <a:ext uri="{FF2B5EF4-FFF2-40B4-BE49-F238E27FC236}">
                <a16:creationId xmlns:a16="http://schemas.microsoft.com/office/drawing/2014/main" id="{697AB515-B4A0-46F7-B90A-FD2FA54C67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669183"/>
              </p:ext>
            </p:extLst>
          </p:nvPr>
        </p:nvGraphicFramePr>
        <p:xfrm>
          <a:off x="857343" y="6416483"/>
          <a:ext cx="1584405" cy="222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6" r:lo="rId27" r:qs="rId28" r:cs="rId29"/>
          </a:graphicData>
        </a:graphic>
      </p:graphicFrame>
      <p:graphicFrame>
        <p:nvGraphicFramePr>
          <p:cNvPr id="151" name="Diagram 150">
            <a:extLst>
              <a:ext uri="{FF2B5EF4-FFF2-40B4-BE49-F238E27FC236}">
                <a16:creationId xmlns:a16="http://schemas.microsoft.com/office/drawing/2014/main" id="{BC63BBD4-7825-485B-B09C-EE0F2E02E2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3785350"/>
              </p:ext>
            </p:extLst>
          </p:nvPr>
        </p:nvGraphicFramePr>
        <p:xfrm>
          <a:off x="842806" y="25221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1" r:lo="rId32" r:qs="rId33" r:cs="rId34"/>
          </a:graphicData>
        </a:graphic>
      </p:graphicFrame>
      <p:graphicFrame>
        <p:nvGraphicFramePr>
          <p:cNvPr id="152" name="Diagram 151">
            <a:extLst>
              <a:ext uri="{FF2B5EF4-FFF2-40B4-BE49-F238E27FC236}">
                <a16:creationId xmlns:a16="http://schemas.microsoft.com/office/drawing/2014/main" id="{8E3BA7E9-A7E5-41FA-B1F2-B49EB80FF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1426248"/>
              </p:ext>
            </p:extLst>
          </p:nvPr>
        </p:nvGraphicFramePr>
        <p:xfrm>
          <a:off x="842806" y="28777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6" r:lo="rId37" r:qs="rId38" r:cs="rId39"/>
          </a:graphicData>
        </a:graphic>
      </p:graphicFrame>
      <p:graphicFrame>
        <p:nvGraphicFramePr>
          <p:cNvPr id="153" name="Diagram 152">
            <a:extLst>
              <a:ext uri="{FF2B5EF4-FFF2-40B4-BE49-F238E27FC236}">
                <a16:creationId xmlns:a16="http://schemas.microsoft.com/office/drawing/2014/main" id="{5AAAA6F0-DFAB-414E-B136-D546F551C4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0346449"/>
              </p:ext>
            </p:extLst>
          </p:nvPr>
        </p:nvGraphicFramePr>
        <p:xfrm>
          <a:off x="842806" y="3233360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1" r:lo="rId42" r:qs="rId43" r:cs="rId44"/>
          </a:graphicData>
        </a:graphic>
      </p:graphicFrame>
      <p:graphicFrame>
        <p:nvGraphicFramePr>
          <p:cNvPr id="96" name="Diagram 95">
            <a:extLst>
              <a:ext uri="{FF2B5EF4-FFF2-40B4-BE49-F238E27FC236}">
                <a16:creationId xmlns:a16="http://schemas.microsoft.com/office/drawing/2014/main" id="{79B3D8C7-77CD-4B26-A9AE-712EB48D6E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3440014"/>
              </p:ext>
            </p:extLst>
          </p:nvPr>
        </p:nvGraphicFramePr>
        <p:xfrm>
          <a:off x="852593" y="4119013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6" r:lo="rId47" r:qs="rId48" r:cs="rId49"/>
          </a:graphicData>
        </a:graphic>
      </p:graphicFrame>
      <p:graphicFrame>
        <p:nvGraphicFramePr>
          <p:cNvPr id="97" name="Diagram 96">
            <a:extLst>
              <a:ext uri="{FF2B5EF4-FFF2-40B4-BE49-F238E27FC236}">
                <a16:creationId xmlns:a16="http://schemas.microsoft.com/office/drawing/2014/main" id="{CF35DA83-8501-441B-91E8-5CE03AE9EB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62846"/>
              </p:ext>
            </p:extLst>
          </p:nvPr>
        </p:nvGraphicFramePr>
        <p:xfrm>
          <a:off x="852593" y="40890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1" r:lo="rId52" r:qs="rId53" r:cs="rId54"/>
          </a:graphicData>
        </a:graphic>
      </p:graphicFrame>
      <p:graphicFrame>
        <p:nvGraphicFramePr>
          <p:cNvPr id="98" name="Diagram 97">
            <a:extLst>
              <a:ext uri="{FF2B5EF4-FFF2-40B4-BE49-F238E27FC236}">
                <a16:creationId xmlns:a16="http://schemas.microsoft.com/office/drawing/2014/main" id="{7F644256-C047-4280-8B2B-3BD43594F0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9204764"/>
              </p:ext>
            </p:extLst>
          </p:nvPr>
        </p:nvGraphicFramePr>
        <p:xfrm>
          <a:off x="852593" y="44446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6" r:lo="rId57" r:qs="rId58" r:cs="rId59"/>
          </a:graphicData>
        </a:graphic>
      </p:graphicFrame>
      <p:graphicFrame>
        <p:nvGraphicFramePr>
          <p:cNvPr id="99" name="Diagram 98">
            <a:extLst>
              <a:ext uri="{FF2B5EF4-FFF2-40B4-BE49-F238E27FC236}">
                <a16:creationId xmlns:a16="http://schemas.microsoft.com/office/drawing/2014/main" id="{B1294638-B215-4988-9DB4-8E90EB4951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3018237"/>
              </p:ext>
            </p:extLst>
          </p:nvPr>
        </p:nvGraphicFramePr>
        <p:xfrm>
          <a:off x="852593" y="48002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1" r:lo="rId62" r:qs="rId63" r:cs="rId64"/>
          </a:graphicData>
        </a:graphic>
      </p:graphicFrame>
      <p:graphicFrame>
        <p:nvGraphicFramePr>
          <p:cNvPr id="100" name="Diagram 99">
            <a:extLst>
              <a:ext uri="{FF2B5EF4-FFF2-40B4-BE49-F238E27FC236}">
                <a16:creationId xmlns:a16="http://schemas.microsoft.com/office/drawing/2014/main" id="{1811A21D-F20D-4FC6-B12B-081D8FD19E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991267"/>
              </p:ext>
            </p:extLst>
          </p:nvPr>
        </p:nvGraphicFramePr>
        <p:xfrm>
          <a:off x="852593" y="5155839"/>
          <a:ext cx="1583339" cy="228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6" r:lo="rId67" r:qs="rId68" r:cs="rId69"/>
          </a:graphicData>
        </a:graphic>
      </p:graphicFrame>
      <p:sp>
        <p:nvSpPr>
          <p:cNvPr id="88" name="TextBox 87">
            <a:extLst>
              <a:ext uri="{FF2B5EF4-FFF2-40B4-BE49-F238E27FC236}">
                <a16:creationId xmlns:a16="http://schemas.microsoft.com/office/drawing/2014/main" id="{BD7A265D-BD6E-4440-95D6-0983C1C1C938}"/>
              </a:ext>
            </a:extLst>
          </p:cNvPr>
          <p:cNvSpPr txBox="1"/>
          <p:nvPr/>
        </p:nvSpPr>
        <p:spPr>
          <a:xfrm>
            <a:off x="373067" y="1184621"/>
            <a:ext cx="2155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TU FOTO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59C9709-2FA0-4FBC-A2E2-8221B4AF544B}"/>
              </a:ext>
            </a:extLst>
          </p:cNvPr>
          <p:cNvSpPr txBox="1"/>
          <p:nvPr/>
        </p:nvSpPr>
        <p:spPr>
          <a:xfrm>
            <a:off x="2935091" y="303488"/>
            <a:ext cx="61447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TDMM</a:t>
            </a:r>
          </a:p>
          <a:p>
            <a:r>
              <a:rPr lang="es-ES" sz="1200" b="1" dirty="0">
                <a:solidFill>
                  <a:schemeClr val="bg2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Analista Orgánico</a:t>
            </a:r>
          </a:p>
        </p:txBody>
      </p:sp>
      <p:sp>
        <p:nvSpPr>
          <p:cNvPr id="13" name="Pentagon 124">
            <a:extLst>
              <a:ext uri="{FF2B5EF4-FFF2-40B4-BE49-F238E27FC236}">
                <a16:creationId xmlns:a16="http://schemas.microsoft.com/office/drawing/2014/main" id="{AED1E00F-14AD-4C96-3AB6-C5D18E966B20}"/>
              </a:ext>
            </a:extLst>
          </p:cNvPr>
          <p:cNvSpPr/>
          <p:nvPr/>
        </p:nvSpPr>
        <p:spPr>
          <a:xfrm>
            <a:off x="7604068" y="1998299"/>
            <a:ext cx="756000" cy="201830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2022-23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8BF52C-507B-B4DD-70A5-E31540219275}"/>
              </a:ext>
            </a:extLst>
          </p:cNvPr>
          <p:cNvSpPr txBox="1"/>
          <p:nvPr/>
        </p:nvSpPr>
        <p:spPr>
          <a:xfrm>
            <a:off x="7552165" y="2096261"/>
            <a:ext cx="42876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just"/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Toma de detalle de Requisitos funcionales, 90%, Desarrollo 10%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spring</a:t>
            </a:r>
            <a:r>
              <a:rPr lang="es-ES" sz="8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ES" sz="8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boot</a:t>
            </a:r>
            <a:r>
              <a:rPr lang="es-ES" sz="8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algn="just"/>
            <a:r>
              <a:rPr lang="es-ES" sz="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Validación de </a:t>
            </a:r>
            <a:r>
              <a:rPr lang="es-ES" sz="800" dirty="0" err="1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UAT’s</a:t>
            </a:r>
            <a:r>
              <a:rPr lang="es-ES" sz="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con usuarios.</a:t>
            </a:r>
            <a:endParaRPr lang="es-ES" sz="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EAB81D5-7CDE-D23A-757F-9A93A0654988}"/>
              </a:ext>
            </a:extLst>
          </p:cNvPr>
          <p:cNvSpPr/>
          <p:nvPr/>
        </p:nvSpPr>
        <p:spPr>
          <a:xfrm>
            <a:off x="8201311" y="1744928"/>
            <a:ext cx="3111749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800" b="1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Securitas Direct España - Analista Funcional – A/P</a:t>
            </a:r>
            <a:endParaRPr lang="es-ES" sz="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62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" dur="1000" spd="-100000" fill="hold"/>
                                        <p:tgtEl>
                                          <p:spTgt spid="14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" dur="1000" spd="-100000" fill="hold"/>
                                        <p:tgtEl>
                                          <p:spTgt spid="14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5" dur="1000" spd="-100000" fill="hold"/>
                                        <p:tgtEl>
                                          <p:spTgt spid="14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" dur="1000" spd="-100000" fill="hold"/>
                                        <p:tgtEl>
                                          <p:spTgt spid="14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7" dur="1000" spd="-100000" fill="hold"/>
                                        <p:tgtEl>
                                          <p:spTgt spid="14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8" dur="1000" spd="-100000" fill="hold"/>
                                        <p:tgtEl>
                                          <p:spTgt spid="14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79" dur="1000" spd="-100000" fill="hold"/>
                                        <p:tgtEl>
                                          <p:spTgt spid="14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87" dur="1000" spd="-100000" fill="hold"/>
                                        <p:tgtEl>
                                          <p:spTgt spid="14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95" dur="1000" spd="-100000" fill="hold"/>
                                        <p:tgtEl>
                                          <p:spTgt spid="14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03" dur="1000" spd="-100000" fill="hold"/>
                                        <p:tgtEl>
                                          <p:spTgt spid="14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11" dur="1000" spd="-100000" fill="hold"/>
                                        <p:tgtEl>
                                          <p:spTgt spid="14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0"/>
                            </p:stCondLst>
                            <p:childTnLst>
                              <p:par>
                                <p:cTn id="113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19" dur="1000" spd="-100000" fill="hold"/>
                                        <p:tgtEl>
                                          <p:spTgt spid="15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000"/>
                            </p:stCondLst>
                            <p:childTnLst>
                              <p:par>
                                <p:cTn id="12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27" dur="1000" spd="-100000" fill="hold"/>
                                        <p:tgtEl>
                                          <p:spTgt spid="15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000"/>
                            </p:stCondLst>
                            <p:childTnLst>
                              <p:par>
                                <p:cTn id="12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35" dur="1000" spd="-100000" fill="hold"/>
                                        <p:tgtEl>
                                          <p:spTgt spid="15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8000"/>
                            </p:stCondLst>
                            <p:childTnLst>
                              <p:par>
                                <p:cTn id="137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1" dur="1000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43" dur="1000" spd="-100000" fill="hold"/>
                                        <p:tgtEl>
                                          <p:spTgt spid="15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1" dur="1000" spd="-100000" fill="hold"/>
                                        <p:tgtEl>
                                          <p:spTgt spid="151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65" dur="1000" spd="-100000" fill="hold"/>
                                        <p:tgtEl>
                                          <p:spTgt spid="151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1000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83" dur="1000" spd="-100000" fill="hold"/>
                                        <p:tgtEl>
                                          <p:spTgt spid="151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87" dur="1000" spd="-100000" fill="hold"/>
                                        <p:tgtEl>
                                          <p:spTgt spid="151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198" dur="1000" spd="-100000" fill="hold"/>
                                        <p:tgtEl>
                                          <p:spTgt spid="151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09" dur="1000" spd="-100000" fill="hold"/>
                                        <p:tgtEl>
                                          <p:spTgt spid="151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1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1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6" dur="1000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1" dur="1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3" dur="1000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27" dur="1000" spd="-100000" fill="hold"/>
                                        <p:tgtEl>
                                          <p:spTgt spid="152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31" dur="1000" spd="-100000" fill="hold"/>
                                        <p:tgtEl>
                                          <p:spTgt spid="152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1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1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1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1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1000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49" dur="1000" spd="-100000" fill="hold"/>
                                        <p:tgtEl>
                                          <p:spTgt spid="152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53" dur="1000" spd="-100000" fill="hold"/>
                                        <p:tgtEl>
                                          <p:spTgt spid="152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8" dur="1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0" dur="1000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64" dur="1000" spd="-100000" fill="hold"/>
                                        <p:tgtEl>
                                          <p:spTgt spid="152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9" dur="1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1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1" dur="1000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75" dur="1000" spd="-100000" fill="hold"/>
                                        <p:tgtEl>
                                          <p:spTgt spid="152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1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2" dur="1000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7" dur="1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9" dur="1000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0" fill="hold">
                      <p:stCondLst>
                        <p:cond delay="indefinite"/>
                      </p:stCondLst>
                      <p:childTnLst>
                        <p:par>
                          <p:cTn id="291" fill="hold">
                            <p:stCondLst>
                              <p:cond delay="0"/>
                            </p:stCondLst>
                            <p:childTnLst>
                              <p:par>
                                <p:cTn id="29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93" dur="1000" spd="-100000" fill="hold"/>
                                        <p:tgtEl>
                                          <p:spTgt spid="153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297" dur="1000" spd="-100000" fill="hold"/>
                                        <p:tgtEl>
                                          <p:spTgt spid="153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1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1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1000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1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1" dur="1000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5" dur="1000" spd="-100000" fill="hold"/>
                                        <p:tgtEl>
                                          <p:spTgt spid="153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6" fill="hold">
                      <p:stCondLst>
                        <p:cond delay="indefinite"/>
                      </p:stCondLst>
                      <p:childTnLst>
                        <p:par>
                          <p:cTn id="317" fill="hold">
                            <p:stCondLst>
                              <p:cond delay="0"/>
                            </p:stCondLst>
                            <p:childTnLst>
                              <p:par>
                                <p:cTn id="31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19" dur="1000" spd="-100000" fill="hold"/>
                                        <p:tgtEl>
                                          <p:spTgt spid="153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4" dur="1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5" dur="1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6" dur="1000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30" dur="1000" spd="-100000" fill="hold"/>
                                        <p:tgtEl>
                                          <p:spTgt spid="153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5" dur="1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1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7" dur="1000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41" dur="1000" spd="-100000" fill="hold"/>
                                        <p:tgtEl>
                                          <p:spTgt spid="153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>
                      <p:stCondLst>
                        <p:cond delay="indefinite"/>
                      </p:stCondLst>
                      <p:childTnLst>
                        <p:par>
                          <p:cTn id="343" fill="hold">
                            <p:stCondLst>
                              <p:cond delay="0"/>
                            </p:stCondLst>
                            <p:childTnLst>
                              <p:par>
                                <p:cTn id="34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6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1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8" dur="1000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52" dur="1000" spd="-100000" fill="hold"/>
                                        <p:tgtEl>
                                          <p:spTgt spid="96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indefinite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7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1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9" dur="1000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4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1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6" dur="1000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7" fill="hold">
                      <p:stCondLst>
                        <p:cond delay="indefinite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0" dur="1000" spd="-100000" fill="hold"/>
                                        <p:tgtEl>
                                          <p:spTgt spid="97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74" dur="1000" spd="-100000" fill="hold"/>
                                        <p:tgtEl>
                                          <p:spTgt spid="97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5" fill="hold">
                      <p:stCondLst>
                        <p:cond delay="indefinite"/>
                      </p:stCondLst>
                      <p:childTnLst>
                        <p:par>
                          <p:cTn id="376" fill="hold">
                            <p:stCondLst>
                              <p:cond delay="0"/>
                            </p:stCondLst>
                            <p:childTnLst>
                              <p:par>
                                <p:cTn id="37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9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0" dur="1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1" dur="1000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6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8" dur="1000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92" dur="1000" spd="-100000" fill="hold"/>
                                        <p:tgtEl>
                                          <p:spTgt spid="97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396" dur="1000" spd="-100000" fill="hold"/>
                                        <p:tgtEl>
                                          <p:spTgt spid="97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1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1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3" dur="1000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07" dur="1000" spd="-100000" fill="hold"/>
                                        <p:tgtEl>
                                          <p:spTgt spid="97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2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3" dur="1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4" dur="1000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18" dur="1000" spd="-100000" fill="hold"/>
                                        <p:tgtEl>
                                          <p:spTgt spid="97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3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1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5" dur="1000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6" fill="hold">
                      <p:stCondLst>
                        <p:cond delay="indefinite"/>
                      </p:stCondLst>
                      <p:childTnLst>
                        <p:par>
                          <p:cTn id="427" fill="hold">
                            <p:stCondLst>
                              <p:cond delay="0"/>
                            </p:stCondLst>
                            <p:childTnLst>
                              <p:par>
                                <p:cTn id="42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0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1" dur="1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2" dur="1000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indefinite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36" dur="1000" spd="-100000" fill="hold"/>
                                        <p:tgtEl>
                                          <p:spTgt spid="98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7" fill="hold">
                      <p:stCondLst>
                        <p:cond delay="indefinite"/>
                      </p:stCondLst>
                      <p:childTnLst>
                        <p:par>
                          <p:cTn id="438" fill="hold">
                            <p:stCondLst>
                              <p:cond delay="0"/>
                            </p:stCondLst>
                            <p:childTnLst>
                              <p:par>
                                <p:cTn id="43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40" dur="1000" spd="-100000" fill="hold"/>
                                        <p:tgtEl>
                                          <p:spTgt spid="98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1" fill="hold">
                      <p:stCondLst>
                        <p:cond delay="indefinite"/>
                      </p:stCondLst>
                      <p:childTnLst>
                        <p:par>
                          <p:cTn id="442" fill="hold">
                            <p:stCondLst>
                              <p:cond delay="0"/>
                            </p:stCondLst>
                            <p:childTnLst>
                              <p:par>
                                <p:cTn id="4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5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6" dur="1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7" dur="1000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indefinite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2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3" dur="1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4" dur="1000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5" fill="hold">
                      <p:stCondLst>
                        <p:cond delay="indefinite"/>
                      </p:stCondLst>
                      <p:childTnLst>
                        <p:par>
                          <p:cTn id="456" fill="hold">
                            <p:stCondLst>
                              <p:cond delay="0"/>
                            </p:stCondLst>
                            <p:childTnLst>
                              <p:par>
                                <p:cTn id="45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58" dur="1000" spd="-100000" fill="hold"/>
                                        <p:tgtEl>
                                          <p:spTgt spid="98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9" fill="hold">
                      <p:stCondLst>
                        <p:cond delay="indefinite"/>
                      </p:stCondLst>
                      <p:childTnLst>
                        <p:par>
                          <p:cTn id="460" fill="hold">
                            <p:stCondLst>
                              <p:cond delay="0"/>
                            </p:stCondLst>
                            <p:childTnLst>
                              <p:par>
                                <p:cTn id="46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62" dur="1000" spd="-100000" fill="hold"/>
                                        <p:tgtEl>
                                          <p:spTgt spid="98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7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8" dur="1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9" dur="1000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73" dur="1000" spd="-100000" fill="hold"/>
                                        <p:tgtEl>
                                          <p:spTgt spid="98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4" fill="hold">
                      <p:stCondLst>
                        <p:cond delay="indefinite"/>
                      </p:stCondLst>
                      <p:childTnLst>
                        <p:par>
                          <p:cTn id="475" fill="hold">
                            <p:stCondLst>
                              <p:cond delay="0"/>
                            </p:stCondLst>
                            <p:childTnLst>
                              <p:par>
                                <p:cTn id="47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8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9" dur="1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0" dur="1000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484" dur="1000" spd="-100000" fill="hold"/>
                                        <p:tgtEl>
                                          <p:spTgt spid="98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9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1" dur="1000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6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7" dur="1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8" dur="1000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2" dur="1000" spd="-100000" fill="hold"/>
                                        <p:tgtEl>
                                          <p:spTgt spid="99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indefinite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06" dur="1000" spd="-100000" fill="hold"/>
                                        <p:tgtEl>
                                          <p:spTgt spid="99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1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1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3" dur="1000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8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1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0" dur="1000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24" dur="1000" spd="-100000" fill="hold"/>
                                        <p:tgtEl>
                                          <p:spTgt spid="99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28" dur="1000" spd="-100000" fill="hold"/>
                                        <p:tgtEl>
                                          <p:spTgt spid="99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3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1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5" dur="1000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6" fill="hold">
                      <p:stCondLst>
                        <p:cond delay="indefinite"/>
                      </p:stCondLst>
                      <p:childTnLst>
                        <p:par>
                          <p:cTn id="537" fill="hold">
                            <p:stCondLst>
                              <p:cond delay="0"/>
                            </p:stCondLst>
                            <p:childTnLst>
                              <p:par>
                                <p:cTn id="538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39" dur="1000" spd="-100000" fill="hold"/>
                                        <p:tgtEl>
                                          <p:spTgt spid="99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0" fill="hold">
                      <p:stCondLst>
                        <p:cond delay="indefinite"/>
                      </p:stCondLst>
                      <p:childTnLst>
                        <p:par>
                          <p:cTn id="541" fill="hold">
                            <p:stCondLst>
                              <p:cond delay="0"/>
                            </p:stCondLst>
                            <p:childTnLst>
                              <p:par>
                                <p:cTn id="54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4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5" dur="1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6" dur="1000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7" fill="hold">
                      <p:stCondLst>
                        <p:cond delay="indefinite"/>
                      </p:stCondLst>
                      <p:childTnLst>
                        <p:par>
                          <p:cTn id="548" fill="hold">
                            <p:stCondLst>
                              <p:cond delay="0"/>
                            </p:stCondLst>
                            <p:childTnLst>
                              <p:par>
                                <p:cTn id="54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50" dur="1000" spd="-100000" fill="hold"/>
                                        <p:tgtEl>
                                          <p:spTgt spid="99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5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6" dur="1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7" dur="1000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indefinite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2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3" dur="1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4" dur="1000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5" fill="hold">
                      <p:stCondLst>
                        <p:cond delay="indefinite"/>
                      </p:stCondLst>
                      <p:childTnLst>
                        <p:par>
                          <p:cTn id="566" fill="hold">
                            <p:stCondLst>
                              <p:cond delay="0"/>
                            </p:stCondLst>
                            <p:childTnLst>
                              <p:par>
                                <p:cTn id="567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68" dur="1000" spd="-100000" fill="hold"/>
                                        <p:tgtEl>
                                          <p:spTgt spid="100">
                                            <p:graphicEl>
                                              <a:dgm id="{372AB35D-7F85-4F08-9397-AA61FB004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9" fill="hold">
                      <p:stCondLst>
                        <p:cond delay="indefinite"/>
                      </p:stCondLst>
                      <p:childTnLst>
                        <p:par>
                          <p:cTn id="570" fill="hold">
                            <p:stCondLst>
                              <p:cond delay="0"/>
                            </p:stCondLst>
                            <p:childTnLst>
                              <p:par>
                                <p:cTn id="571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72" dur="1000" spd="-100000" fill="hold"/>
                                        <p:tgtEl>
                                          <p:spTgt spid="100">
                                            <p:graphicEl>
                                              <a:dgm id="{5E4E193D-D5F0-4EDA-AE2B-3E728F60A3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7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8" dur="1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9" dur="1000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0" fill="hold">
                      <p:stCondLst>
                        <p:cond delay="indefinite"/>
                      </p:stCondLst>
                      <p:childTnLst>
                        <p:par>
                          <p:cTn id="581" fill="hold">
                            <p:stCondLst>
                              <p:cond delay="0"/>
                            </p:stCondLst>
                            <p:childTnLst>
                              <p:par>
                                <p:cTn id="58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4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1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6" dur="1000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7" fill="hold">
                      <p:stCondLst>
                        <p:cond delay="indefinite"/>
                      </p:stCondLst>
                      <p:childTnLst>
                        <p:par>
                          <p:cTn id="588" fill="hold">
                            <p:stCondLst>
                              <p:cond delay="0"/>
                            </p:stCondLst>
                            <p:childTnLst>
                              <p:par>
                                <p:cTn id="589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90" dur="1000" spd="-100000" fill="hold"/>
                                        <p:tgtEl>
                                          <p:spTgt spid="100">
                                            <p:graphicEl>
                                              <a:dgm id="{43FF70E3-3B35-4DF9-A907-606680DFC1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1" fill="hold">
                      <p:stCondLst>
                        <p:cond delay="indefinite"/>
                      </p:stCondLst>
                      <p:childTnLst>
                        <p:par>
                          <p:cTn id="592" fill="hold">
                            <p:stCondLst>
                              <p:cond delay="0"/>
                            </p:stCondLst>
                            <p:childTnLst>
                              <p:par>
                                <p:cTn id="593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594" dur="1000" spd="-100000" fill="hold"/>
                                        <p:tgtEl>
                                          <p:spTgt spid="100">
                                            <p:graphicEl>
                                              <a:dgm id="{C90AAD61-4C6B-4818-8159-07E9CD972F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9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1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1" dur="1000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2" fill="hold">
                      <p:stCondLst>
                        <p:cond delay="indefinite"/>
                      </p:stCondLst>
                      <p:childTnLst>
                        <p:par>
                          <p:cTn id="603" fill="hold">
                            <p:stCondLst>
                              <p:cond delay="0"/>
                            </p:stCondLst>
                            <p:childTnLst>
                              <p:par>
                                <p:cTn id="604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05" dur="1000" spd="-100000" fill="hold"/>
                                        <p:tgtEl>
                                          <p:spTgt spid="100">
                                            <p:graphicEl>
                                              <a:dgm id="{40E75915-E9B1-4ABD-839B-3CFD5E25D2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6" fill="hold">
                      <p:stCondLst>
                        <p:cond delay="indefinite"/>
                      </p:stCondLst>
                      <p:childTnLst>
                        <p:par>
                          <p:cTn id="607" fill="hold">
                            <p:stCondLst>
                              <p:cond delay="0"/>
                            </p:stCondLst>
                            <p:childTnLst>
                              <p:par>
                                <p:cTn id="608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0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1" dur="1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2" dur="1000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indefinite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35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ptsTypes="">
                                      <p:cBhvr>
                                        <p:cTn id="616" dur="1000" spd="-100000" fill="hold"/>
                                        <p:tgtEl>
                                          <p:spTgt spid="100">
                                            <p:graphicEl>
                                              <a:dgm id="{D3FAEA15-74EA-44F0-B324-8062485B62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6" grpId="0">
        <p:bldSub>
          <a:bldDgm bld="one"/>
        </p:bldSub>
      </p:bldGraphic>
      <p:bldGraphic spid="146" grpId="1">
        <p:bldSub>
          <a:bldDgm bld="one"/>
        </p:bldSub>
      </p:bldGraphic>
      <p:bldGraphic spid="147" grpId="0">
        <p:bldSub>
          <a:bldDgm bld="one"/>
        </p:bldSub>
      </p:bldGraphic>
      <p:bldGraphic spid="147" grpId="1">
        <p:bldSub>
          <a:bldDgm bld="one"/>
        </p:bldSub>
      </p:bldGraphic>
      <p:bldGraphic spid="148" grpId="0">
        <p:bldSub>
          <a:bldDgm bld="one"/>
        </p:bldSub>
      </p:bldGraphic>
      <p:bldGraphic spid="148" grpId="1">
        <p:bldSub>
          <a:bldDgm bld="one"/>
        </p:bldSub>
      </p:bldGraphic>
      <p:bldGraphic spid="150" grpId="0">
        <p:bldSub>
          <a:bldDgm bld="one"/>
        </p:bldSub>
      </p:bldGraphic>
      <p:bldGraphic spid="150" grpId="1">
        <p:bldSub>
          <a:bldDgm bld="one"/>
        </p:bldSub>
      </p:bldGraphic>
      <p:bldGraphic spid="151" grpId="0">
        <p:bldSub>
          <a:bldDgm bld="one"/>
        </p:bldSub>
      </p:bldGraphic>
      <p:bldGraphic spid="151" grpId="1">
        <p:bldSub>
          <a:bldDgm bld="one"/>
        </p:bldSub>
      </p:bldGraphic>
      <p:bldGraphic spid="152" grpId="0">
        <p:bldSub>
          <a:bldDgm bld="one"/>
        </p:bldSub>
      </p:bldGraphic>
      <p:bldGraphic spid="152" grpId="1">
        <p:bldSub>
          <a:bldDgm bld="one"/>
        </p:bldSub>
      </p:bldGraphic>
      <p:bldGraphic spid="153" grpId="0">
        <p:bldSub>
          <a:bldDgm bld="one"/>
        </p:bldSub>
      </p:bldGraphic>
      <p:bldGraphic spid="153" grpId="1">
        <p:bldSub>
          <a:bldDgm bld="one"/>
        </p:bldSub>
      </p:bldGraphic>
      <p:bldGraphic spid="96" grpId="0">
        <p:bldSub>
          <a:bldDgm bld="one"/>
        </p:bldSub>
      </p:bldGraphic>
      <p:bldGraphic spid="96" grpId="1">
        <p:bldSub>
          <a:bldDgm bld="one"/>
        </p:bldSub>
      </p:bldGraphic>
      <p:bldGraphic spid="97" grpId="0">
        <p:bldSub>
          <a:bldDgm bld="one"/>
        </p:bldSub>
      </p:bldGraphic>
      <p:bldGraphic spid="97" grpId="1">
        <p:bldSub>
          <a:bldDgm bld="one"/>
        </p:bldSub>
      </p:bldGraphic>
      <p:bldGraphic spid="98" grpId="0">
        <p:bldSub>
          <a:bldDgm bld="one"/>
        </p:bldSub>
      </p:bldGraphic>
      <p:bldGraphic spid="98" grpId="1">
        <p:bldSub>
          <a:bldDgm bld="one"/>
        </p:bldSub>
      </p:bldGraphic>
      <p:bldGraphic spid="99" grpId="0">
        <p:bldSub>
          <a:bldDgm bld="one"/>
        </p:bldSub>
      </p:bldGraphic>
      <p:bldGraphic spid="99" grpId="1">
        <p:bldSub>
          <a:bldDgm bld="one"/>
        </p:bldSub>
      </p:bldGraphic>
      <p:bldGraphic spid="100" grpId="0">
        <p:bldSub>
          <a:bldDgm bld="one"/>
        </p:bldSub>
      </p:bldGraphic>
      <p:bldGraphic spid="100" grpId="1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7369</TotalTime>
  <Words>260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Verdana</vt:lpstr>
      <vt:lpstr>Office Theme</vt:lpstr>
      <vt:lpstr>PowerPoint Presentation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Martinez Gonzalez, Sandra</dc:creator>
  <cp:lastModifiedBy>Diaz Maroto Marin, Tirso</cp:lastModifiedBy>
  <cp:revision>37</cp:revision>
  <dcterms:created xsi:type="dcterms:W3CDTF">2020-08-31T10:43:55Z</dcterms:created>
  <dcterms:modified xsi:type="dcterms:W3CDTF">2023-03-25T10:25:47Z</dcterms:modified>
</cp:coreProperties>
</file>